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png" ContentType="image/png"/>
  <Override PartName="/ppt/media/image3.png" ContentType="image/png"/>
  <Override PartName="/ppt/media/image16.jpeg" ContentType="image/jpeg"/>
  <Override PartName="/ppt/media/image8.gif" ContentType="image/gif"/>
  <Override PartName="/ppt/media/image1.jpeg" ContentType="image/jpeg"/>
  <Override PartName="/ppt/media/image10.png" ContentType="image/png"/>
  <Override PartName="/ppt/media/image6.png" ContentType="image/png"/>
  <Override PartName="/ppt/media/image15.png" ContentType="image/png"/>
  <Override PartName="/ppt/media/image14.png" ContentType="image/png"/>
  <Override PartName="/ppt/media/image5.png" ContentType="image/png"/>
  <Override PartName="/ppt/media/image7.png" ContentType="image/png"/>
  <Override PartName="/ppt/media/image11.png" ContentType="image/png"/>
  <Override PartName="/ppt/media/image2.png" ContentType="image/png"/>
  <Override PartName="/ppt/media/image9.png" ContentType="image/png"/>
  <Override PartName="/ppt/media/image13.png" ContentType="image/png"/>
  <Override PartName="/ppt/media/image4.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microsoft.com/office/2020/02/relationships/classificationlabels" Target="docMetadata/LabelInfo.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ES" sz="1800" spc="-1" strike="noStrike">
                <a:solidFill>
                  <a:schemeClr val="dk1"/>
                </a:solidFill>
                <a:latin typeface="Gill Sans MT"/>
              </a:rPr>
              <a:t>Click to move the slide</a:t>
            </a:r>
            <a:endParaRPr b="0" lang="es-ES" sz="1800" spc="-1" strike="noStrike">
              <a:solidFill>
                <a:schemeClr val="dk1"/>
              </a:solidFill>
              <a:latin typeface="Gill Sans MT"/>
            </a:endParaRPr>
          </a:p>
        </p:txBody>
      </p:sp>
      <p:sp>
        <p:nvSpPr>
          <p:cNvPr id="10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1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4D3532B-BCEC-4DA2-973A-DACB31E797C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3"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73995BA7-B970-474D-8275-55AA6C7228A8}"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6"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E9F2CE36-61BB-4F50-AB18-C93BFB830315}"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9"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FA945C25-6F7F-4AAC-8DA1-B02763757323}"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2"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3573FF80-03EA-45A1-B8F1-B644464ED98B}"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5"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221BB31E-59DD-4214-8A92-CEAB46815A68}"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8"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BCB1F99A-8CFE-4C23-AFE1-D06E45D514E8}"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1"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23BEEEBF-2C45-494E-B6BA-268D84A124C5}"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4"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BE55E546-8664-4ED1-A84A-A34959A32A86}"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7"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B52079E8-F505-40B7-A944-97C198ABF43B}"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0"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B411DB97-6BF6-4FDB-A7DB-E8CC6B999D54}"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A9178684-D911-411E-94B4-2823956A7306}"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6"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6721BE89-539D-4B71-AB98-C8EEE10D9BBD}"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9"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C9C14DBC-F54C-40E6-A58B-B30D8FB63CF6}"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2"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1170FF48-57BF-4FD0-9F78-865EA17F3AFD}"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C4A65014-8ACB-4C3B-845F-2CE31F80892A}"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F5C6D1C4-6E19-439E-AF25-E81B306E55B4}" type="slidenum">
              <a:rPr b="0" lang="es-E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spTree>
      <p:nvGrpSpPr>
        <p:cNvPr id="1" name=""/>
        <p:cNvGrpSpPr/>
        <p:nvPr/>
      </p:nvGrpSpPr>
      <p:grpSpPr>
        <a:xfrm>
          <a:off x="0" y="0"/>
          <a:ext cx="0" cy="0"/>
          <a:chOff x="0" y="0"/>
          <a:chExt cx="0" cy="0"/>
        </a:xfrm>
      </p:grpSpPr>
      <p:sp>
        <p:nvSpPr>
          <p:cNvPr id="9" name="PlaceHolder 1"/>
          <p:cNvSpPr>
            <a:spLocks noGrp="1"/>
          </p:cNvSpPr>
          <p:nvPr>
            <p:ph type="title"/>
          </p:nvPr>
        </p:nvSpPr>
        <p:spPr>
          <a:xfrm>
            <a:off x="581040" y="729720"/>
            <a:ext cx="11029320" cy="98784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Gill Sans MT"/>
            </a:endParaRPr>
          </a:p>
        </p:txBody>
      </p:sp>
      <p:sp>
        <p:nvSpPr>
          <p:cNvPr id="10" name="PlaceHolder 2"/>
          <p:cNvSpPr>
            <a:spLocks noGrp="1"/>
          </p:cNvSpPr>
          <p:nvPr>
            <p:ph type="subTitle"/>
          </p:nvPr>
        </p:nvSpPr>
        <p:spPr>
          <a:xfrm>
            <a:off x="581040" y="2228040"/>
            <a:ext cx="5421960" cy="36327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3EC80D3-655D-4364-89BC-05483F86049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EC6622E-8E13-4988-9F74-E19FAAE8F703}"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B1E37AC5-9C77-40DA-AFEC-19AF468357E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contenido">
    <p:spTree>
      <p:nvGrpSpPr>
        <p:cNvPr id="1" name=""/>
        <p:cNvGrpSpPr/>
        <p:nvPr/>
      </p:nvGrpSpPr>
      <p:grpSpPr>
        <a:xfrm>
          <a:off x="0" y="0"/>
          <a:ext cx="0" cy="0"/>
          <a:chOff x="0" y="0"/>
          <a:chExt cx="0" cy="0"/>
        </a:xfrm>
      </p:grpSpPr>
      <p:sp>
        <p:nvSpPr>
          <p:cNvPr id="38" name="PlaceHolder 1"/>
          <p:cNvSpPr>
            <a:spLocks noGrp="1"/>
          </p:cNvSpPr>
          <p:nvPr>
            <p:ph type="title"/>
          </p:nvPr>
        </p:nvSpPr>
        <p:spPr>
          <a:xfrm>
            <a:off x="581040" y="729720"/>
            <a:ext cx="11029320" cy="98784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Gill Sans MT"/>
            </a:endParaRPr>
          </a:p>
        </p:txBody>
      </p:sp>
      <p:sp>
        <p:nvSpPr>
          <p:cNvPr id="39" name="PlaceHolder 2"/>
          <p:cNvSpPr>
            <a:spLocks noGrp="1"/>
          </p:cNvSpPr>
          <p:nvPr>
            <p:ph/>
          </p:nvPr>
        </p:nvSpPr>
        <p:spPr>
          <a:xfrm>
            <a:off x="581040" y="2228040"/>
            <a:ext cx="5421960" cy="3632760"/>
          </a:xfrm>
          <a:prstGeom prst="rect">
            <a:avLst/>
          </a:prstGeom>
          <a:noFill/>
          <a:ln w="0">
            <a:noFill/>
          </a:ln>
        </p:spPr>
        <p:txBody>
          <a:bodyPr lIns="0" rIns="0" tIns="0" bIns="0" anchor="t">
            <a:normAutofit/>
          </a:bodyPr>
          <a:p>
            <a:pPr indent="0">
              <a:spcBef>
                <a:spcPts val="1417"/>
              </a:spcBef>
              <a:buNone/>
            </a:pPr>
            <a:endParaRPr b="0" lang="es-ES" sz="1800" spc="-1" strike="noStrike">
              <a:solidFill>
                <a:schemeClr val="dk2"/>
              </a:solidFill>
              <a:latin typeface="Gill Sans MT"/>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A2428004-71A0-4723-BB7A-5B65D569EBCD}"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C83ACF70-3899-4A05-B271-7A73E3D782C7}"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contenido">
    <p:spTree>
      <p:nvGrpSpPr>
        <p:cNvPr id="1" name=""/>
        <p:cNvGrpSpPr/>
        <p:nvPr/>
      </p:nvGrpSpPr>
      <p:grpSpPr>
        <a:xfrm>
          <a:off x="0" y="0"/>
          <a:ext cx="0" cy="0"/>
          <a:chOff x="0" y="0"/>
          <a:chExt cx="0" cy="0"/>
        </a:xfrm>
      </p:grpSpPr>
      <p:sp>
        <p:nvSpPr>
          <p:cNvPr id="59" name="PlaceHolder 1"/>
          <p:cNvSpPr>
            <a:spLocks noGrp="1"/>
          </p:cNvSpPr>
          <p:nvPr>
            <p:ph type="title"/>
          </p:nvPr>
        </p:nvSpPr>
        <p:spPr>
          <a:xfrm>
            <a:off x="581040" y="729720"/>
            <a:ext cx="11029320" cy="98784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Gill Sans MT"/>
            </a:endParaRPr>
          </a:p>
        </p:txBody>
      </p:sp>
      <p:sp>
        <p:nvSpPr>
          <p:cNvPr id="60" name="PlaceHolder 2"/>
          <p:cNvSpPr>
            <a:spLocks noGrp="1"/>
          </p:cNvSpPr>
          <p:nvPr>
            <p:ph/>
          </p:nvPr>
        </p:nvSpPr>
        <p:spPr>
          <a:xfrm>
            <a:off x="581040" y="2228040"/>
            <a:ext cx="2645640" cy="3632760"/>
          </a:xfrm>
          <a:prstGeom prst="rect">
            <a:avLst/>
          </a:prstGeom>
          <a:noFill/>
          <a:ln w="0">
            <a:noFill/>
          </a:ln>
        </p:spPr>
        <p:txBody>
          <a:bodyPr lIns="0" rIns="0" tIns="0" bIns="0" anchor="t">
            <a:normAutofit/>
          </a:bodyPr>
          <a:p>
            <a:pPr indent="0">
              <a:spcBef>
                <a:spcPts val="1417"/>
              </a:spcBef>
              <a:buNone/>
            </a:pPr>
            <a:endParaRPr b="0" lang="es-ES" sz="1800" spc="-1" strike="noStrike">
              <a:solidFill>
                <a:schemeClr val="dk2"/>
              </a:solidFill>
              <a:latin typeface="Gill Sans MT"/>
            </a:endParaRPr>
          </a:p>
        </p:txBody>
      </p:sp>
      <p:sp>
        <p:nvSpPr>
          <p:cNvPr id="61" name="PlaceHolder 3"/>
          <p:cNvSpPr>
            <a:spLocks noGrp="1"/>
          </p:cNvSpPr>
          <p:nvPr>
            <p:ph/>
          </p:nvPr>
        </p:nvSpPr>
        <p:spPr>
          <a:xfrm>
            <a:off x="3359520" y="2228040"/>
            <a:ext cx="2645640" cy="3632760"/>
          </a:xfrm>
          <a:prstGeom prst="rect">
            <a:avLst/>
          </a:prstGeom>
          <a:noFill/>
          <a:ln w="0">
            <a:noFill/>
          </a:ln>
        </p:spPr>
        <p:txBody>
          <a:bodyPr lIns="0" rIns="0" tIns="0" bIns="0" anchor="t">
            <a:normAutofit/>
          </a:bodyPr>
          <a:p>
            <a:pPr indent="0">
              <a:spcBef>
                <a:spcPts val="1417"/>
              </a:spcBef>
              <a:buNone/>
            </a:pPr>
            <a:endParaRPr b="0" lang="es-ES" sz="1800" spc="-1" strike="noStrike">
              <a:solidFill>
                <a:schemeClr val="dk2"/>
              </a:solidFill>
              <a:latin typeface="Gill Sans MT"/>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E3BCF033-3444-4CBC-B61F-5D33B6146EEC}"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16B7364A-02E3-482E-8022-5C9C6EC59B07}"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spTree>
      <p:nvGrpSpPr>
        <p:cNvPr id="1" name=""/>
        <p:cNvGrpSpPr/>
        <p:nvPr/>
      </p:nvGrpSpPr>
      <p:grpSpPr>
        <a:xfrm>
          <a:off x="0" y="0"/>
          <a:ext cx="0" cy="0"/>
          <a:chOff x="0" y="0"/>
          <a:chExt cx="0" cy="0"/>
        </a:xfrm>
      </p:grpSpPr>
      <p:sp>
        <p:nvSpPr>
          <p:cNvPr id="82" name="PlaceHolder 1"/>
          <p:cNvSpPr>
            <a:spLocks noGrp="1"/>
          </p:cNvSpPr>
          <p:nvPr>
            <p:ph type="title"/>
          </p:nvPr>
        </p:nvSpPr>
        <p:spPr>
          <a:xfrm>
            <a:off x="581040" y="729720"/>
            <a:ext cx="11029320" cy="98784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Gill Sans MT"/>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1656CE68-A70A-49EC-AB47-35BEBCC9D73B}"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F35A741-4710-4F7D-B31C-00FB26AD390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7401B405-6BCD-4C20-AFBF-90EAB5BEEDD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leyenda">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E5DA812-03B2-4075-8EFD-0EB13D294500}"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2"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3" name="Rectángulo 6"/>
          <p:cNvSpPr/>
          <p:nvPr/>
        </p:nvSpPr>
        <p:spPr>
          <a:xfrm>
            <a:off x="446400" y="3085920"/>
            <a:ext cx="11262600" cy="330444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4" name="PlaceHolder 1"/>
          <p:cNvSpPr>
            <a:spLocks noGrp="1"/>
          </p:cNvSpPr>
          <p:nvPr>
            <p:ph type="title"/>
          </p:nvPr>
        </p:nvSpPr>
        <p:spPr>
          <a:xfrm>
            <a:off x="581040" y="1020600"/>
            <a:ext cx="10993320" cy="1474560"/>
          </a:xfrm>
          <a:prstGeom prst="rect">
            <a:avLst/>
          </a:prstGeom>
          <a:noFill/>
          <a:ln w="0">
            <a:noFill/>
          </a:ln>
        </p:spPr>
        <p:txBody>
          <a:bodyPr lIns="91440" rIns="91440" tIns="45720" bIns="45720" anchor="b">
            <a:normAutofit/>
          </a:bodyPr>
          <a:p>
            <a:pPr indent="0" defTabSz="457200">
              <a:lnSpc>
                <a:spcPct val="100000"/>
              </a:lnSpc>
              <a:buNone/>
            </a:pPr>
            <a:r>
              <a:rPr b="0" lang="en-US" sz="3600" spc="-1" strike="noStrike" cap="all">
                <a:solidFill>
                  <a:schemeClr val="accent1"/>
                </a:solidFill>
                <a:latin typeface="Gill Sans MT"/>
              </a:rPr>
              <a:t>Click </a:t>
            </a:r>
            <a:r>
              <a:rPr b="0" lang="en-US" sz="3600" spc="-1" strike="noStrike" cap="all">
                <a:solidFill>
                  <a:schemeClr val="accent1"/>
                </a:solidFill>
                <a:latin typeface="Gill Sans MT"/>
              </a:rPr>
              <a:t>to </a:t>
            </a:r>
            <a:r>
              <a:rPr b="0" lang="en-US" sz="3600" spc="-1" strike="noStrike" cap="all">
                <a:solidFill>
                  <a:schemeClr val="accent1"/>
                </a:solidFill>
                <a:latin typeface="Gill Sans MT"/>
              </a:rPr>
              <a:t>edit </a:t>
            </a:r>
            <a:r>
              <a:rPr b="0" lang="en-US" sz="3600" spc="-1" strike="noStrike" cap="all">
                <a:solidFill>
                  <a:schemeClr val="accent1"/>
                </a:solidFill>
                <a:latin typeface="Gill Sans MT"/>
              </a:rPr>
              <a:t>Maste</a:t>
            </a:r>
            <a:r>
              <a:rPr b="0" lang="en-US" sz="3600" spc="-1" strike="noStrike" cap="all">
                <a:solidFill>
                  <a:schemeClr val="accent1"/>
                </a:solidFill>
                <a:latin typeface="Gill Sans MT"/>
              </a:rPr>
              <a:t>r title </a:t>
            </a:r>
            <a:r>
              <a:rPr b="0" lang="en-US" sz="3600" spc="-1" strike="noStrike" cap="all">
                <a:solidFill>
                  <a:schemeClr val="accent1"/>
                </a:solidFill>
                <a:latin typeface="Gill Sans MT"/>
              </a:rPr>
              <a:t>style</a:t>
            </a:r>
            <a:endParaRPr b="0" lang="es-ES" sz="3600" spc="-1" strike="noStrike">
              <a:solidFill>
                <a:schemeClr val="dk1"/>
              </a:solidFill>
              <a:latin typeface="Gill Sans MT"/>
            </a:endParaRPr>
          </a:p>
        </p:txBody>
      </p:sp>
      <p:sp>
        <p:nvSpPr>
          <p:cNvPr id="5" name="PlaceHolder 2"/>
          <p:cNvSpPr>
            <a:spLocks noGrp="1"/>
          </p:cNvSpPr>
          <p:nvPr>
            <p:ph type="dt" idx="1"/>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r>
              <a:rPr b="0" lang="es-ES" sz="900" spc="-1" strike="noStrike">
                <a:solidFill>
                  <a:schemeClr val="accent1">
                    <a:lumMod val="75000"/>
                    <a:lumOff val="25000"/>
                  </a:schemeClr>
                </a:solidFill>
                <a:latin typeface="Gill Sans MT"/>
              </a:rPr>
              <a:t>&lt;date/time&gt;</a:t>
            </a:r>
            <a:endParaRPr b="0" lang="en-US" sz="900" spc="-1" strike="noStrike">
              <a:solidFill>
                <a:srgbClr val="000000"/>
              </a:solidFill>
              <a:latin typeface="Times New Roman"/>
            </a:endParaRPr>
          </a:p>
        </p:txBody>
      </p:sp>
      <p:sp>
        <p:nvSpPr>
          <p:cNvPr id="6" name="PlaceHolder 3"/>
          <p:cNvSpPr>
            <a:spLocks noGrp="1"/>
          </p:cNvSpPr>
          <p:nvPr>
            <p:ph type="ftr" idx="2"/>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4"/>
          <p:cNvSpPr>
            <a:spLocks noGrp="1"/>
          </p:cNvSpPr>
          <p:nvPr>
            <p:ph type="sldNum" idx="3"/>
          </p:nvPr>
        </p:nvSpPr>
        <p:spPr>
          <a:xfrm>
            <a:off x="10558440" y="5956200"/>
            <a:ext cx="101592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fld id="{B850065E-EAD6-46D2-B58E-9B895259B8F8}" type="slidenum">
              <a:rPr b="0" lang="es-ES" sz="900" spc="-1" strike="noStrike">
                <a:solidFill>
                  <a:schemeClr val="accent1">
                    <a:lumMod val="75000"/>
                    <a:lumOff val="25000"/>
                  </a:schemeClr>
                </a:solidFill>
                <a:latin typeface="Gill Sans MT"/>
              </a:rPr>
              <a:t>&lt;number&gt;</a:t>
            </a:fld>
            <a:endParaRPr b="0" lang="en-US" sz="900" spc="-1" strike="noStrike">
              <a:solidFill>
                <a:srgbClr val="000000"/>
              </a:solidFill>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chemeClr val="dk2"/>
                </a:solidFill>
                <a:latin typeface="Gill Sans MT"/>
              </a:rPr>
              <a:t>Click to edit the outline text format</a:t>
            </a:r>
            <a:endParaRPr b="0" lang="es-ES" sz="1800" spc="-1" strike="noStrike">
              <a:solidFill>
                <a:schemeClr val="dk2"/>
              </a:solidFill>
              <a:latin typeface="Gill Sans MT"/>
            </a:endParaRPr>
          </a:p>
          <a:p>
            <a:pPr lvl="1" marL="864000" indent="-324000">
              <a:spcBef>
                <a:spcPts val="1134"/>
              </a:spcBef>
              <a:buClr>
                <a:srgbClr val="000000"/>
              </a:buClr>
              <a:buSzPct val="75000"/>
              <a:buFont typeface="Symbol" charset="2"/>
              <a:buChar char=""/>
            </a:pPr>
            <a:r>
              <a:rPr b="0" lang="es-ES" sz="1400" spc="-1" strike="noStrike">
                <a:solidFill>
                  <a:schemeClr val="dk2"/>
                </a:solidFill>
                <a:latin typeface="Gill Sans MT"/>
              </a:rPr>
              <a:t>Second Outline Level</a:t>
            </a:r>
            <a:endParaRPr b="0" lang="es-ES" sz="1400" spc="-1" strike="noStrike">
              <a:solidFill>
                <a:schemeClr val="dk2"/>
              </a:solidFill>
              <a:latin typeface="Gill Sans MT"/>
            </a:endParaRPr>
          </a:p>
          <a:p>
            <a:pPr lvl="2" marL="1296000" indent="-288000">
              <a:spcBef>
                <a:spcPts val="850"/>
              </a:spcBef>
              <a:buClr>
                <a:srgbClr val="000000"/>
              </a:buClr>
              <a:buSzPct val="45000"/>
              <a:buFont typeface="Wingdings" charset="2"/>
              <a:buChar char=""/>
            </a:pPr>
            <a:r>
              <a:rPr b="0" lang="es-ES" sz="1200" spc="-1" strike="noStrike">
                <a:solidFill>
                  <a:schemeClr val="dk2"/>
                </a:solidFill>
                <a:latin typeface="Gill Sans MT"/>
              </a:rPr>
              <a:t>Third Outline Level</a:t>
            </a:r>
            <a:endParaRPr b="0" lang="es-ES" sz="1200" spc="-1" strike="noStrike">
              <a:solidFill>
                <a:schemeClr val="dk2"/>
              </a:solidFill>
              <a:latin typeface="Gill Sans MT"/>
            </a:endParaRPr>
          </a:p>
          <a:p>
            <a:pPr lvl="3" marL="1728000" indent="-216000">
              <a:spcBef>
                <a:spcPts val="567"/>
              </a:spcBef>
              <a:buClr>
                <a:srgbClr val="000000"/>
              </a:buClr>
              <a:buSzPct val="75000"/>
              <a:buFont typeface="Symbol" charset="2"/>
              <a:buChar char=""/>
            </a:pPr>
            <a:r>
              <a:rPr b="0" lang="es-ES" sz="1200" spc="-1" strike="noStrike">
                <a:solidFill>
                  <a:schemeClr val="dk2"/>
                </a:solidFill>
                <a:latin typeface="Gill Sans MT"/>
              </a:rPr>
              <a:t>Fourth Outline Level</a:t>
            </a:r>
            <a:endParaRPr b="0" lang="es-ES" sz="1200" spc="-1" strike="noStrike">
              <a:solidFill>
                <a:schemeClr val="dk2"/>
              </a:solidFill>
              <a:latin typeface="Gill Sans MT"/>
            </a:endParaRPr>
          </a:p>
          <a:p>
            <a:pPr lvl="4" marL="2160000" indent="-216000">
              <a:spcBef>
                <a:spcPts val="283"/>
              </a:spcBef>
              <a:buClr>
                <a:srgbClr val="000000"/>
              </a:buClr>
              <a:buSzPct val="45000"/>
              <a:buFont typeface="Wingdings" charset="2"/>
              <a:buChar char=""/>
            </a:pPr>
            <a:r>
              <a:rPr b="0" lang="es-ES" sz="2000" spc="-1" strike="noStrike">
                <a:solidFill>
                  <a:schemeClr val="dk2"/>
                </a:solidFill>
                <a:latin typeface="Gill Sans MT"/>
              </a:rPr>
              <a:t>Fifth Outline Level</a:t>
            </a:r>
            <a:endParaRPr b="0" lang="es-ES" sz="2000" spc="-1" strike="noStrike">
              <a:solidFill>
                <a:schemeClr val="dk2"/>
              </a:solidFill>
              <a:latin typeface="Gill Sans MT"/>
            </a:endParaRPr>
          </a:p>
          <a:p>
            <a:pPr lvl="5" marL="2592000" indent="-216000">
              <a:spcBef>
                <a:spcPts val="283"/>
              </a:spcBef>
              <a:buClr>
                <a:srgbClr val="000000"/>
              </a:buClr>
              <a:buSzPct val="45000"/>
              <a:buFont typeface="Wingdings" charset="2"/>
              <a:buChar char=""/>
            </a:pPr>
            <a:r>
              <a:rPr b="0" lang="es-ES" sz="2000" spc="-1" strike="noStrike">
                <a:solidFill>
                  <a:schemeClr val="dk2"/>
                </a:solidFill>
                <a:latin typeface="Gill Sans MT"/>
              </a:rPr>
              <a:t>Sixth Outline Level</a:t>
            </a:r>
            <a:endParaRPr b="0" lang="es-ES" sz="2000" spc="-1" strike="noStrike">
              <a:solidFill>
                <a:schemeClr val="dk2"/>
              </a:solidFill>
              <a:latin typeface="Gill Sans MT"/>
            </a:endParaRPr>
          </a:p>
          <a:p>
            <a:pPr lvl="6" marL="3024000" indent="-216000">
              <a:spcBef>
                <a:spcPts val="283"/>
              </a:spcBef>
              <a:buClr>
                <a:srgbClr val="000000"/>
              </a:buClr>
              <a:buSzPct val="45000"/>
              <a:buFont typeface="Wingdings" charset="2"/>
              <a:buChar char=""/>
            </a:pPr>
            <a:r>
              <a:rPr b="0" lang="es-ES" sz="2000" spc="-1" strike="noStrike">
                <a:solidFill>
                  <a:schemeClr val="dk2"/>
                </a:solidFill>
                <a:latin typeface="Gill Sans MT"/>
              </a:rPr>
              <a:t>Seventh Outline Level</a:t>
            </a:r>
            <a:endParaRPr b="0" lang="es-ES" sz="2000" spc="-1" strike="noStrike">
              <a:solidFill>
                <a:schemeClr val="dk2"/>
              </a:solidFill>
              <a:latin typeface="Gill Sans MT"/>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2"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3"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4" name="Rectángulo 7"/>
          <p:cNvSpPr/>
          <p:nvPr/>
        </p:nvSpPr>
        <p:spPr>
          <a:xfrm>
            <a:off x="440280" y="614520"/>
            <a:ext cx="11309040" cy="1189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PlaceHolder 1"/>
          <p:cNvSpPr>
            <a:spLocks noGrp="1"/>
          </p:cNvSpPr>
          <p:nvPr>
            <p:ph type="title"/>
          </p:nvPr>
        </p:nvSpPr>
        <p:spPr>
          <a:xfrm>
            <a:off x="581040" y="702000"/>
            <a:ext cx="11029320" cy="101340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lt1"/>
                </a:solidFill>
                <a:latin typeface="Gill Sans MT"/>
              </a:rPr>
              <a:t>Click to </a:t>
            </a:r>
            <a:r>
              <a:rPr b="0" lang="en-US" sz="2800" spc="-1" strike="noStrike" cap="all">
                <a:solidFill>
                  <a:schemeClr val="lt1"/>
                </a:solidFill>
                <a:latin typeface="Gill Sans MT"/>
              </a:rPr>
              <a:t>edit </a:t>
            </a:r>
            <a:r>
              <a:rPr b="0" lang="en-US" sz="2800" spc="-1" strike="noStrike" cap="all">
                <a:solidFill>
                  <a:schemeClr val="lt1"/>
                </a:solidFill>
                <a:latin typeface="Gill Sans MT"/>
              </a:rPr>
              <a:t>Master </a:t>
            </a:r>
            <a:r>
              <a:rPr b="0" lang="en-US" sz="2800" spc="-1" strike="noStrike" cap="all">
                <a:solidFill>
                  <a:schemeClr val="lt1"/>
                </a:solidFill>
                <a:latin typeface="Gill Sans MT"/>
              </a:rPr>
              <a:t>title </a:t>
            </a:r>
            <a:r>
              <a:rPr b="0" lang="en-US" sz="2800" spc="-1" strike="noStrike" cap="all">
                <a:solidFill>
                  <a:schemeClr val="lt1"/>
                </a:solidFill>
                <a:latin typeface="Gill Sans MT"/>
              </a:rPr>
              <a:t>style</a:t>
            </a:r>
            <a:endParaRPr b="0" lang="es-ES" sz="2800" spc="-1" strike="noStrike">
              <a:solidFill>
                <a:schemeClr val="dk1"/>
              </a:solidFill>
              <a:latin typeface="Gill Sans MT"/>
            </a:endParaRPr>
          </a:p>
        </p:txBody>
      </p:sp>
      <p:sp>
        <p:nvSpPr>
          <p:cNvPr id="16" name="PlaceHolder 2"/>
          <p:cNvSpPr>
            <a:spLocks noGrp="1"/>
          </p:cNvSpPr>
          <p:nvPr>
            <p:ph type="body"/>
          </p:nvPr>
        </p:nvSpPr>
        <p:spPr>
          <a:xfrm>
            <a:off x="581040" y="2336040"/>
            <a:ext cx="11029320" cy="3522600"/>
          </a:xfrm>
          <a:prstGeom prst="rect">
            <a:avLst/>
          </a:prstGeom>
          <a:noFill/>
          <a:ln w="0">
            <a:noFill/>
          </a:ln>
        </p:spPr>
        <p:txBody>
          <a:bodyPr lIns="91440" rIns="91440" tIns="45720" bIns="45720" anchor="t" vert="eaVert">
            <a:no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17" name="PlaceHolder 3"/>
          <p:cNvSpPr>
            <a:spLocks noGrp="1"/>
          </p:cNvSpPr>
          <p:nvPr>
            <p:ph type="dt" idx="4"/>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18" name="PlaceHolder 4"/>
          <p:cNvSpPr>
            <a:spLocks noGrp="1"/>
          </p:cNvSpPr>
          <p:nvPr>
            <p:ph type="ftr" idx="5"/>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5"/>
          <p:cNvSpPr>
            <a:spLocks noGrp="1"/>
          </p:cNvSpPr>
          <p:nvPr>
            <p:ph type="sldNum" idx="6"/>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5BE4EEA7-B289-456F-98D0-1F74A400BB0F}"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21"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22"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23" name="Rectángulo 6"/>
          <p:cNvSpPr/>
          <p:nvPr/>
        </p:nvSpPr>
        <p:spPr>
          <a:xfrm>
            <a:off x="8839080" y="599760"/>
            <a:ext cx="2906280" cy="581652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PlaceHolder 1"/>
          <p:cNvSpPr>
            <a:spLocks noGrp="1"/>
          </p:cNvSpPr>
          <p:nvPr>
            <p:ph type="title"/>
          </p:nvPr>
        </p:nvSpPr>
        <p:spPr>
          <a:xfrm>
            <a:off x="8839080" y="675720"/>
            <a:ext cx="2003760" cy="5182560"/>
          </a:xfrm>
          <a:prstGeom prst="rect">
            <a:avLst/>
          </a:prstGeom>
          <a:noFill/>
          <a:ln w="0">
            <a:noFill/>
          </a:ln>
        </p:spPr>
        <p:txBody>
          <a:bodyPr lIns="91440" rIns="91440" tIns="45720" bIns="45720" anchor="b" vert="eaVert">
            <a:noAutofit/>
          </a:bodyPr>
          <a:p>
            <a:pPr indent="0" defTabSz="457200">
              <a:lnSpc>
                <a:spcPct val="100000"/>
              </a:lnSpc>
              <a:buNone/>
            </a:pPr>
            <a:r>
              <a:rPr b="0" lang="en-US" sz="2800" spc="-1" strike="noStrike" cap="all">
                <a:solidFill>
                  <a:schemeClr val="lt1"/>
                </a:solidFill>
                <a:latin typeface="Gill Sans MT"/>
              </a:rPr>
              <a:t>Cl</a:t>
            </a:r>
            <a:r>
              <a:rPr b="0" lang="en-US" sz="2800" spc="-1" strike="noStrike" cap="all">
                <a:solidFill>
                  <a:schemeClr val="lt1"/>
                </a:solidFill>
                <a:latin typeface="Gill Sans MT"/>
              </a:rPr>
              <a:t>ic</a:t>
            </a:r>
            <a:r>
              <a:rPr b="0" lang="en-US" sz="2800" spc="-1" strike="noStrike" cap="all">
                <a:solidFill>
                  <a:schemeClr val="lt1"/>
                </a:solidFill>
                <a:latin typeface="Gill Sans MT"/>
              </a:rPr>
              <a:t>k </a:t>
            </a:r>
            <a:r>
              <a:rPr b="0" lang="en-US" sz="2800" spc="-1" strike="noStrike" cap="all">
                <a:solidFill>
                  <a:schemeClr val="lt1"/>
                </a:solidFill>
                <a:latin typeface="Gill Sans MT"/>
              </a:rPr>
              <a:t>to </a:t>
            </a:r>
            <a:r>
              <a:rPr b="0" lang="en-US" sz="2800" spc="-1" strike="noStrike" cap="all">
                <a:solidFill>
                  <a:schemeClr val="lt1"/>
                </a:solidFill>
                <a:latin typeface="Gill Sans MT"/>
              </a:rPr>
              <a:t>ed</a:t>
            </a:r>
            <a:r>
              <a:rPr b="0" lang="en-US" sz="2800" spc="-1" strike="noStrike" cap="all">
                <a:solidFill>
                  <a:schemeClr val="lt1"/>
                </a:solidFill>
                <a:latin typeface="Gill Sans MT"/>
              </a:rPr>
              <a:t>it </a:t>
            </a:r>
            <a:r>
              <a:rPr b="0" lang="en-US" sz="2800" spc="-1" strike="noStrike" cap="all">
                <a:solidFill>
                  <a:schemeClr val="lt1"/>
                </a:solidFill>
                <a:latin typeface="Gill Sans MT"/>
              </a:rPr>
              <a:t>M</a:t>
            </a:r>
            <a:r>
              <a:rPr b="0" lang="en-US" sz="2800" spc="-1" strike="noStrike" cap="all">
                <a:solidFill>
                  <a:schemeClr val="lt1"/>
                </a:solidFill>
                <a:latin typeface="Gill Sans MT"/>
              </a:rPr>
              <a:t>as</a:t>
            </a:r>
            <a:r>
              <a:rPr b="0" lang="en-US" sz="2800" spc="-1" strike="noStrike" cap="all">
                <a:solidFill>
                  <a:schemeClr val="lt1"/>
                </a:solidFill>
                <a:latin typeface="Gill Sans MT"/>
              </a:rPr>
              <a:t>te</a:t>
            </a:r>
            <a:r>
              <a:rPr b="0" lang="en-US" sz="2800" spc="-1" strike="noStrike" cap="all">
                <a:solidFill>
                  <a:schemeClr val="lt1"/>
                </a:solidFill>
                <a:latin typeface="Gill Sans MT"/>
              </a:rPr>
              <a:t>r </a:t>
            </a:r>
            <a:r>
              <a:rPr b="0" lang="en-US" sz="2800" spc="-1" strike="noStrike" cap="all">
                <a:solidFill>
                  <a:schemeClr val="lt1"/>
                </a:solidFill>
                <a:latin typeface="Gill Sans MT"/>
              </a:rPr>
              <a:t>ti</a:t>
            </a:r>
            <a:r>
              <a:rPr b="0" lang="en-US" sz="2800" spc="-1" strike="noStrike" cap="all">
                <a:solidFill>
                  <a:schemeClr val="lt1"/>
                </a:solidFill>
                <a:latin typeface="Gill Sans MT"/>
              </a:rPr>
              <a:t>tl</a:t>
            </a:r>
            <a:r>
              <a:rPr b="0" lang="en-US" sz="2800" spc="-1" strike="noStrike" cap="all">
                <a:solidFill>
                  <a:schemeClr val="lt1"/>
                </a:solidFill>
                <a:latin typeface="Gill Sans MT"/>
              </a:rPr>
              <a:t>e </a:t>
            </a:r>
            <a:r>
              <a:rPr b="0" lang="en-US" sz="2800" spc="-1" strike="noStrike" cap="all">
                <a:solidFill>
                  <a:schemeClr val="lt1"/>
                </a:solidFill>
                <a:latin typeface="Gill Sans MT"/>
              </a:rPr>
              <a:t>st</a:t>
            </a:r>
            <a:r>
              <a:rPr b="0" lang="en-US" sz="2800" spc="-1" strike="noStrike" cap="all">
                <a:solidFill>
                  <a:schemeClr val="lt1"/>
                </a:solidFill>
                <a:latin typeface="Gill Sans MT"/>
              </a:rPr>
              <a:t>yl</a:t>
            </a:r>
            <a:r>
              <a:rPr b="0" lang="en-US" sz="2800" spc="-1" strike="noStrike" cap="all">
                <a:solidFill>
                  <a:schemeClr val="lt1"/>
                </a:solidFill>
                <a:latin typeface="Gill Sans MT"/>
              </a:rPr>
              <a:t>e</a:t>
            </a:r>
            <a:endParaRPr b="0" lang="es-ES" sz="2800" spc="-1" strike="noStrike">
              <a:solidFill>
                <a:schemeClr val="dk1"/>
              </a:solidFill>
              <a:latin typeface="Gill Sans MT"/>
            </a:endParaRPr>
          </a:p>
        </p:txBody>
      </p:sp>
      <p:sp>
        <p:nvSpPr>
          <p:cNvPr id="25" name="PlaceHolder 2"/>
          <p:cNvSpPr>
            <a:spLocks noGrp="1"/>
          </p:cNvSpPr>
          <p:nvPr>
            <p:ph type="body"/>
          </p:nvPr>
        </p:nvSpPr>
        <p:spPr>
          <a:xfrm>
            <a:off x="775080" y="675720"/>
            <a:ext cx="7895880" cy="5182560"/>
          </a:xfrm>
          <a:prstGeom prst="rect">
            <a:avLst/>
          </a:prstGeom>
          <a:noFill/>
          <a:ln w="0">
            <a:noFill/>
          </a:ln>
        </p:spPr>
        <p:txBody>
          <a:bodyPr lIns="91440" rIns="91440" tIns="45720" bIns="45720" anchor="t" vert="eaVert">
            <a:no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26" name="PlaceHolder 3"/>
          <p:cNvSpPr>
            <a:spLocks noGrp="1"/>
          </p:cNvSpPr>
          <p:nvPr>
            <p:ph type="dt" idx="7"/>
          </p:nvPr>
        </p:nvSpPr>
        <p:spPr>
          <a:xfrm>
            <a:off x="8993520" y="5956200"/>
            <a:ext cx="13276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r>
              <a:rPr b="0" lang="es-ES" sz="900" spc="-1" strike="noStrike">
                <a:solidFill>
                  <a:schemeClr val="accent1">
                    <a:lumMod val="75000"/>
                    <a:lumOff val="25000"/>
                  </a:schemeClr>
                </a:solidFill>
                <a:latin typeface="Gill Sans MT"/>
              </a:rPr>
              <a:t>&lt;date/time&gt;</a:t>
            </a:r>
            <a:endParaRPr b="0" lang="en-US" sz="900" spc="-1" strike="noStrike">
              <a:solidFill>
                <a:srgbClr val="000000"/>
              </a:solidFill>
              <a:latin typeface="Times New Roman"/>
            </a:endParaRPr>
          </a:p>
        </p:txBody>
      </p:sp>
      <p:sp>
        <p:nvSpPr>
          <p:cNvPr id="27" name="PlaceHolder 4"/>
          <p:cNvSpPr>
            <a:spLocks noGrp="1"/>
          </p:cNvSpPr>
          <p:nvPr>
            <p:ph type="ftr" idx="8"/>
          </p:nvPr>
        </p:nvSpPr>
        <p:spPr>
          <a:xfrm>
            <a:off x="775080" y="5951880"/>
            <a:ext cx="78958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5"/>
          <p:cNvSpPr>
            <a:spLocks noGrp="1"/>
          </p:cNvSpPr>
          <p:nvPr>
            <p:ph type="sldNum" idx="9"/>
          </p:nvPr>
        </p:nvSpPr>
        <p:spPr>
          <a:xfrm>
            <a:off x="10446480" y="5956200"/>
            <a:ext cx="11638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fld id="{78E51DD7-1BE5-4A90-AB97-90B698CC5722}" type="slidenum">
              <a:rPr b="0" lang="es-ES" sz="900" spc="-1" strike="noStrike">
                <a:solidFill>
                  <a:schemeClr val="accent1">
                    <a:lumMod val="75000"/>
                    <a:lumOff val="25000"/>
                  </a:schemeClr>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30"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31"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32" name="Rectángulo 6"/>
          <p:cNvSpPr/>
          <p:nvPr/>
        </p:nvSpPr>
        <p:spPr>
          <a:xfrm>
            <a:off x="440280" y="614520"/>
            <a:ext cx="11309040" cy="1189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33" name="PlaceHolder 1"/>
          <p:cNvSpPr>
            <a:spLocks noGrp="1"/>
          </p:cNvSpPr>
          <p:nvPr>
            <p:ph type="title"/>
          </p:nvPr>
        </p:nvSpPr>
        <p:spPr>
          <a:xfrm>
            <a:off x="581040" y="702000"/>
            <a:ext cx="11029320" cy="101340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lt1"/>
                </a:solidFill>
                <a:latin typeface="Gill Sans MT"/>
              </a:rPr>
              <a:t>Click to edit Master title style</a:t>
            </a:r>
            <a:endParaRPr b="0" lang="es-ES" sz="2800" spc="-1" strike="noStrike">
              <a:solidFill>
                <a:schemeClr val="dk1"/>
              </a:solidFill>
              <a:latin typeface="Gill Sans MT"/>
            </a:endParaRPr>
          </a:p>
        </p:txBody>
      </p:sp>
      <p:sp>
        <p:nvSpPr>
          <p:cNvPr id="34" name="PlaceHolder 2"/>
          <p:cNvSpPr>
            <a:spLocks noGrp="1"/>
          </p:cNvSpPr>
          <p:nvPr>
            <p:ph type="body"/>
          </p:nvPr>
        </p:nvSpPr>
        <p:spPr>
          <a:xfrm>
            <a:off x="581040" y="2180520"/>
            <a:ext cx="11029320" cy="3678120"/>
          </a:xfrm>
          <a:prstGeom prst="rect">
            <a:avLst/>
          </a:prstGeom>
          <a:noFill/>
          <a:ln w="0">
            <a:noFill/>
          </a:ln>
        </p:spPr>
        <p:txBody>
          <a:bodyPr lIns="91440" rIns="91440" tIns="45720" bIns="45720" anchor="ctr">
            <a:no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35" name="PlaceHolder 3"/>
          <p:cNvSpPr>
            <a:spLocks noGrp="1"/>
          </p:cNvSpPr>
          <p:nvPr>
            <p:ph type="dt" idx="10"/>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36" name="PlaceHolder 4"/>
          <p:cNvSpPr>
            <a:spLocks noGrp="1"/>
          </p:cNvSpPr>
          <p:nvPr>
            <p:ph type="ftr" idx="11"/>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5"/>
          <p:cNvSpPr>
            <a:spLocks noGrp="1"/>
          </p:cNvSpPr>
          <p:nvPr>
            <p:ph type="sldNum" idx="12"/>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C6540154-D330-4C95-9E75-1F601FF699EE}"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41"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42"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43" name="Rectángulo 7"/>
          <p:cNvSpPr/>
          <p:nvPr/>
        </p:nvSpPr>
        <p:spPr>
          <a:xfrm>
            <a:off x="447840" y="5141880"/>
            <a:ext cx="11290680" cy="125856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PlaceHolder 1"/>
          <p:cNvSpPr>
            <a:spLocks noGrp="1"/>
          </p:cNvSpPr>
          <p:nvPr>
            <p:ph type="title"/>
          </p:nvPr>
        </p:nvSpPr>
        <p:spPr>
          <a:xfrm>
            <a:off x="581040" y="3043800"/>
            <a:ext cx="11029320" cy="1497240"/>
          </a:xfrm>
          <a:prstGeom prst="rect">
            <a:avLst/>
          </a:prstGeom>
          <a:noFill/>
          <a:ln w="0">
            <a:noFill/>
          </a:ln>
        </p:spPr>
        <p:txBody>
          <a:bodyPr lIns="91440" rIns="91440" tIns="45720" bIns="45720" anchor="b">
            <a:normAutofit/>
          </a:bodyPr>
          <a:p>
            <a:pPr indent="0" defTabSz="457200">
              <a:lnSpc>
                <a:spcPct val="100000"/>
              </a:lnSpc>
              <a:buNone/>
            </a:pPr>
            <a:r>
              <a:rPr b="0" lang="en-US" sz="3600" spc="-1" strike="noStrike" cap="all">
                <a:solidFill>
                  <a:schemeClr val="accent1"/>
                </a:solidFill>
                <a:latin typeface="Gill Sans MT"/>
              </a:rPr>
              <a:t>Click to edit Master title style</a:t>
            </a:r>
            <a:endParaRPr b="0" lang="es-ES" sz="3600" spc="-1" strike="noStrike">
              <a:solidFill>
                <a:schemeClr val="dk1"/>
              </a:solidFill>
              <a:latin typeface="Gill Sans MT"/>
            </a:endParaRPr>
          </a:p>
        </p:txBody>
      </p:sp>
      <p:sp>
        <p:nvSpPr>
          <p:cNvPr id="45" name="PlaceHolder 2"/>
          <p:cNvSpPr>
            <a:spLocks noGrp="1"/>
          </p:cNvSpPr>
          <p:nvPr>
            <p:ph type="body"/>
          </p:nvPr>
        </p:nvSpPr>
        <p:spPr>
          <a:xfrm>
            <a:off x="581040" y="4541400"/>
            <a:ext cx="11029320" cy="60012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s-ES" sz="1800" spc="-1" strike="noStrike" cap="all">
                <a:solidFill>
                  <a:schemeClr val="accent2"/>
                </a:solidFill>
                <a:latin typeface="Gill Sans MT"/>
              </a:rPr>
              <a:t>Editar estilos de texto del patrón</a:t>
            </a:r>
            <a:endParaRPr b="0" lang="es-ES" sz="1800" spc="-1" strike="noStrike">
              <a:solidFill>
                <a:schemeClr val="dk2"/>
              </a:solidFill>
              <a:latin typeface="Gill Sans MT"/>
            </a:endParaRPr>
          </a:p>
        </p:txBody>
      </p:sp>
      <p:sp>
        <p:nvSpPr>
          <p:cNvPr id="46" name="PlaceHolder 3"/>
          <p:cNvSpPr>
            <a:spLocks noGrp="1"/>
          </p:cNvSpPr>
          <p:nvPr>
            <p:ph type="dt" idx="13"/>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r>
              <a:rPr b="0" lang="es-ES" sz="900" spc="-1" strike="noStrike">
                <a:solidFill>
                  <a:schemeClr val="accent1">
                    <a:lumMod val="75000"/>
                    <a:lumOff val="25000"/>
                  </a:schemeClr>
                </a:solidFill>
                <a:latin typeface="Gill Sans MT"/>
              </a:rPr>
              <a:t>&lt;date/time&gt;</a:t>
            </a:r>
            <a:endParaRPr b="0" lang="en-US" sz="900" spc="-1" strike="noStrike">
              <a:solidFill>
                <a:srgbClr val="000000"/>
              </a:solidFill>
              <a:latin typeface="Times New Roman"/>
            </a:endParaRPr>
          </a:p>
        </p:txBody>
      </p:sp>
      <p:sp>
        <p:nvSpPr>
          <p:cNvPr id="47" name="PlaceHolder 4"/>
          <p:cNvSpPr>
            <a:spLocks noGrp="1"/>
          </p:cNvSpPr>
          <p:nvPr>
            <p:ph type="ftr" idx="14"/>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5"/>
          <p:cNvSpPr>
            <a:spLocks noGrp="1"/>
          </p:cNvSpPr>
          <p:nvPr>
            <p:ph type="sldNum" idx="15"/>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fld id="{A3C15B17-4CD1-4ABF-B131-0F640C15B9D5}" type="slidenum">
              <a:rPr b="0" lang="es-ES" sz="900" spc="-1" strike="noStrike">
                <a:solidFill>
                  <a:schemeClr val="accent1">
                    <a:lumMod val="75000"/>
                    <a:lumOff val="25000"/>
                  </a:schemeClr>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50"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51"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52" name="Rectángulo 7"/>
          <p:cNvSpPr/>
          <p:nvPr/>
        </p:nvSpPr>
        <p:spPr>
          <a:xfrm>
            <a:off x="446040" y="606600"/>
            <a:ext cx="11299680" cy="125856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53" name="PlaceHolder 1"/>
          <p:cNvSpPr>
            <a:spLocks noGrp="1"/>
          </p:cNvSpPr>
          <p:nvPr>
            <p:ph type="title"/>
          </p:nvPr>
        </p:nvSpPr>
        <p:spPr>
          <a:xfrm>
            <a:off x="581040" y="729720"/>
            <a:ext cx="11029320" cy="98784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lt1"/>
                </a:solidFill>
                <a:latin typeface="Gill Sans MT"/>
              </a:rPr>
              <a:t>Click to edit Master title style</a:t>
            </a:r>
            <a:endParaRPr b="0" lang="es-ES" sz="2800" spc="-1" strike="noStrike">
              <a:solidFill>
                <a:schemeClr val="dk1"/>
              </a:solidFill>
              <a:latin typeface="Gill Sans MT"/>
            </a:endParaRPr>
          </a:p>
        </p:txBody>
      </p:sp>
      <p:sp>
        <p:nvSpPr>
          <p:cNvPr id="54" name="PlaceHolder 2"/>
          <p:cNvSpPr>
            <a:spLocks noGrp="1"/>
          </p:cNvSpPr>
          <p:nvPr>
            <p:ph type="body"/>
          </p:nvPr>
        </p:nvSpPr>
        <p:spPr>
          <a:xfrm>
            <a:off x="581040" y="2228040"/>
            <a:ext cx="5421960" cy="3632760"/>
          </a:xfrm>
          <a:prstGeom prst="rect">
            <a:avLst/>
          </a:prstGeom>
          <a:noFill/>
          <a:ln w="0">
            <a:noFill/>
          </a:ln>
        </p:spPr>
        <p:txBody>
          <a:bodyPr lIns="91440" rIns="91440" tIns="45720" bIns="45720" anchor="ctr">
            <a:norm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55" name="PlaceHolder 3"/>
          <p:cNvSpPr>
            <a:spLocks noGrp="1"/>
          </p:cNvSpPr>
          <p:nvPr>
            <p:ph type="body"/>
          </p:nvPr>
        </p:nvSpPr>
        <p:spPr>
          <a:xfrm>
            <a:off x="6188400" y="2228040"/>
            <a:ext cx="5421960" cy="3632760"/>
          </a:xfrm>
          <a:prstGeom prst="rect">
            <a:avLst/>
          </a:prstGeom>
          <a:noFill/>
          <a:ln w="0">
            <a:noFill/>
          </a:ln>
        </p:spPr>
        <p:txBody>
          <a:bodyPr lIns="91440" rIns="91440" tIns="45720" bIns="45720" anchor="ctr">
            <a:norm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56" name="PlaceHolder 4"/>
          <p:cNvSpPr>
            <a:spLocks noGrp="1"/>
          </p:cNvSpPr>
          <p:nvPr>
            <p:ph type="dt" idx="16"/>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57" name="PlaceHolder 5"/>
          <p:cNvSpPr>
            <a:spLocks noGrp="1"/>
          </p:cNvSpPr>
          <p:nvPr>
            <p:ph type="ftr" idx="17"/>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6"/>
          <p:cNvSpPr>
            <a:spLocks noGrp="1"/>
          </p:cNvSpPr>
          <p:nvPr>
            <p:ph type="sldNum" idx="18"/>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70E90D4F-7E4E-4249-B4BD-1A41A3A75A2E}"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63"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64"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65" name="Rectángulo 10"/>
          <p:cNvSpPr/>
          <p:nvPr/>
        </p:nvSpPr>
        <p:spPr>
          <a:xfrm>
            <a:off x="446040" y="606600"/>
            <a:ext cx="11299680" cy="125856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66" name="PlaceHolder 1"/>
          <p:cNvSpPr>
            <a:spLocks noGrp="1"/>
          </p:cNvSpPr>
          <p:nvPr>
            <p:ph type="title"/>
          </p:nvPr>
        </p:nvSpPr>
        <p:spPr>
          <a:xfrm>
            <a:off x="581040" y="729720"/>
            <a:ext cx="11029320" cy="98784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lt1"/>
                </a:solidFill>
                <a:latin typeface="Gill Sans MT"/>
              </a:rPr>
              <a:t>Click to edit Master title style</a:t>
            </a:r>
            <a:endParaRPr b="0" lang="es-ES" sz="2800" spc="-1" strike="noStrike">
              <a:solidFill>
                <a:schemeClr val="dk1"/>
              </a:solidFill>
              <a:latin typeface="Gill Sans MT"/>
            </a:endParaRPr>
          </a:p>
        </p:txBody>
      </p:sp>
      <p:sp>
        <p:nvSpPr>
          <p:cNvPr id="67" name="PlaceHolder 2"/>
          <p:cNvSpPr>
            <a:spLocks noGrp="1"/>
          </p:cNvSpPr>
          <p:nvPr>
            <p:ph type="body"/>
          </p:nvPr>
        </p:nvSpPr>
        <p:spPr>
          <a:xfrm>
            <a:off x="887040" y="2250720"/>
            <a:ext cx="5086800" cy="535680"/>
          </a:xfrm>
          <a:prstGeom prst="rect">
            <a:avLst/>
          </a:prstGeom>
          <a:noFill/>
          <a:ln w="0">
            <a:noFill/>
          </a:ln>
        </p:spPr>
        <p:txBody>
          <a:bodyPr lIns="91440" rIns="91440" tIns="45720" bIns="45720" anchor="b">
            <a:noAutofit/>
          </a:bodyPr>
          <a:p>
            <a:pPr indent="0" defTabSz="457200">
              <a:lnSpc>
                <a:spcPct val="100000"/>
              </a:lnSpc>
              <a:spcBef>
                <a:spcPts val="439"/>
              </a:spcBef>
              <a:spcAft>
                <a:spcPts val="601"/>
              </a:spcAft>
              <a:buNone/>
              <a:tabLst>
                <a:tab algn="l" pos="0"/>
              </a:tabLst>
            </a:pPr>
            <a:r>
              <a:rPr b="0" lang="es-ES" sz="2200" spc="-1" strike="noStrike">
                <a:solidFill>
                  <a:schemeClr val="accent2"/>
                </a:solidFill>
                <a:latin typeface="Gill Sans MT"/>
              </a:rPr>
              <a:t>Editar estilos de texto del patrón</a:t>
            </a:r>
            <a:endParaRPr b="0" lang="es-ES" sz="2200" spc="-1" strike="noStrike">
              <a:solidFill>
                <a:schemeClr val="dk2"/>
              </a:solidFill>
              <a:latin typeface="Gill Sans MT"/>
            </a:endParaRPr>
          </a:p>
        </p:txBody>
      </p:sp>
      <p:sp>
        <p:nvSpPr>
          <p:cNvPr id="68" name="PlaceHolder 3"/>
          <p:cNvSpPr>
            <a:spLocks noGrp="1"/>
          </p:cNvSpPr>
          <p:nvPr>
            <p:ph type="body"/>
          </p:nvPr>
        </p:nvSpPr>
        <p:spPr>
          <a:xfrm>
            <a:off x="581040" y="2926080"/>
            <a:ext cx="5392800" cy="2934720"/>
          </a:xfrm>
          <a:prstGeom prst="rect">
            <a:avLst/>
          </a:prstGeom>
          <a:noFill/>
          <a:ln w="0">
            <a:noFill/>
          </a:ln>
        </p:spPr>
        <p:txBody>
          <a:bodyPr lIns="91440" rIns="91440" tIns="45720" bIns="45720" anchor="t">
            <a:norm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69" name="PlaceHolder 4"/>
          <p:cNvSpPr>
            <a:spLocks noGrp="1"/>
          </p:cNvSpPr>
          <p:nvPr>
            <p:ph type="body"/>
          </p:nvPr>
        </p:nvSpPr>
        <p:spPr>
          <a:xfrm>
            <a:off x="6523560" y="2250720"/>
            <a:ext cx="5086800" cy="552960"/>
          </a:xfrm>
          <a:prstGeom prst="rect">
            <a:avLst/>
          </a:prstGeom>
          <a:noFill/>
          <a:ln w="0">
            <a:noFill/>
          </a:ln>
        </p:spPr>
        <p:txBody>
          <a:bodyPr lIns="91440" rIns="91440" tIns="45720" bIns="45720" anchor="b">
            <a:noAutofit/>
          </a:bodyPr>
          <a:p>
            <a:pPr indent="0" defTabSz="457200">
              <a:lnSpc>
                <a:spcPct val="100000"/>
              </a:lnSpc>
              <a:spcBef>
                <a:spcPts val="439"/>
              </a:spcBef>
              <a:spcAft>
                <a:spcPts val="601"/>
              </a:spcAft>
              <a:buNone/>
              <a:tabLst>
                <a:tab algn="l" pos="0"/>
              </a:tabLst>
            </a:pPr>
            <a:r>
              <a:rPr b="0" lang="es-ES" sz="2200" spc="-1" strike="noStrike">
                <a:solidFill>
                  <a:schemeClr val="accent2"/>
                </a:solidFill>
                <a:latin typeface="Gill Sans MT"/>
              </a:rPr>
              <a:t>Editar estilos de texto del patrón</a:t>
            </a:r>
            <a:endParaRPr b="0" lang="es-ES" sz="2200" spc="-1" strike="noStrike">
              <a:solidFill>
                <a:schemeClr val="dk2"/>
              </a:solidFill>
              <a:latin typeface="Gill Sans MT"/>
            </a:endParaRPr>
          </a:p>
        </p:txBody>
      </p:sp>
      <p:sp>
        <p:nvSpPr>
          <p:cNvPr id="70" name="PlaceHolder 5"/>
          <p:cNvSpPr>
            <a:spLocks noGrp="1"/>
          </p:cNvSpPr>
          <p:nvPr>
            <p:ph type="body"/>
          </p:nvPr>
        </p:nvSpPr>
        <p:spPr>
          <a:xfrm>
            <a:off x="6217560" y="2926080"/>
            <a:ext cx="5392800" cy="2934720"/>
          </a:xfrm>
          <a:prstGeom prst="rect">
            <a:avLst/>
          </a:prstGeom>
          <a:noFill/>
          <a:ln w="0">
            <a:noFill/>
          </a:ln>
        </p:spPr>
        <p:txBody>
          <a:bodyPr lIns="91440" rIns="91440" tIns="45720" bIns="45720" anchor="t">
            <a:normAutofit/>
          </a:bodyPr>
          <a:p>
            <a:pPr marL="306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Editar estilos de texto del patrón</a:t>
            </a:r>
            <a:endParaRPr b="0" lang="es-ES" sz="1800" spc="-1" strike="noStrike">
              <a:solidFill>
                <a:schemeClr val="dk2"/>
              </a:solidFill>
              <a:latin typeface="Gill Sans MT"/>
            </a:endParaRPr>
          </a:p>
          <a:p>
            <a:pPr lvl="1" marL="630000" indent="-306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Segundo nivel</a:t>
            </a:r>
            <a:endParaRPr b="0" lang="es-ES" sz="1600" spc="-1" strike="noStrike">
              <a:solidFill>
                <a:schemeClr val="dk2"/>
              </a:solidFill>
              <a:latin typeface="Gill Sans MT"/>
            </a:endParaRPr>
          </a:p>
          <a:p>
            <a:pPr lvl="2" marL="900000" indent="-270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Tercer nivel</a:t>
            </a:r>
            <a:endParaRPr b="0" lang="es-ES" sz="1400" spc="-1" strike="noStrike">
              <a:solidFill>
                <a:schemeClr val="dk2"/>
              </a:solidFill>
              <a:latin typeface="Gill Sans MT"/>
            </a:endParaRPr>
          </a:p>
          <a:p>
            <a:pPr lvl="3" marL="124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Cuarto nivel</a:t>
            </a:r>
            <a:endParaRPr b="0" lang="es-ES" sz="1200" spc="-1" strike="noStrike">
              <a:solidFill>
                <a:schemeClr val="dk2"/>
              </a:solidFill>
              <a:latin typeface="Gill Sans MT"/>
            </a:endParaRPr>
          </a:p>
          <a:p>
            <a:pPr lvl="4" marL="1602000" indent="-234000" defTabSz="457200">
              <a:lnSpc>
                <a:spcPct val="100000"/>
              </a:lnSpc>
              <a:spcBef>
                <a:spcPts val="241"/>
              </a:spcBef>
              <a:spcAft>
                <a:spcPts val="601"/>
              </a:spcAft>
              <a:buClr>
                <a:srgbClr val="4590b8"/>
              </a:buClr>
              <a:buSzPct val="92000"/>
              <a:buFont typeface="Wingdings 2" charset="2"/>
              <a:buChar char=""/>
            </a:pPr>
            <a:r>
              <a:rPr b="0" lang="es-ES" sz="1200" spc="-1" strike="noStrike">
                <a:solidFill>
                  <a:schemeClr val="dk2"/>
                </a:solidFill>
                <a:latin typeface="Gill Sans MT"/>
              </a:rPr>
              <a:t>Quinto nivel</a:t>
            </a:r>
            <a:endParaRPr b="0" lang="es-ES" sz="1200" spc="-1" strike="noStrike">
              <a:solidFill>
                <a:schemeClr val="dk2"/>
              </a:solidFill>
              <a:latin typeface="Gill Sans MT"/>
            </a:endParaRPr>
          </a:p>
        </p:txBody>
      </p:sp>
      <p:sp>
        <p:nvSpPr>
          <p:cNvPr id="71" name="PlaceHolder 6"/>
          <p:cNvSpPr>
            <a:spLocks noGrp="1"/>
          </p:cNvSpPr>
          <p:nvPr>
            <p:ph type="dt" idx="19"/>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72" name="PlaceHolder 7"/>
          <p:cNvSpPr>
            <a:spLocks noGrp="1"/>
          </p:cNvSpPr>
          <p:nvPr>
            <p:ph type="ftr" idx="20"/>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8"/>
          <p:cNvSpPr>
            <a:spLocks noGrp="1"/>
          </p:cNvSpPr>
          <p:nvPr>
            <p:ph type="sldNum" idx="21"/>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0FBE99C2-1F48-4702-AF5C-AE6ED7725BE3}"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75"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76"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77" name="PlaceHolder 1"/>
          <p:cNvSpPr>
            <a:spLocks noGrp="1"/>
          </p:cNvSpPr>
          <p:nvPr>
            <p:ph type="dt" idx="22"/>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78" name="PlaceHolder 2"/>
          <p:cNvSpPr>
            <a:spLocks noGrp="1"/>
          </p:cNvSpPr>
          <p:nvPr>
            <p:ph type="ftr" idx="23"/>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9" name="PlaceHolder 3"/>
          <p:cNvSpPr>
            <a:spLocks noGrp="1"/>
          </p:cNvSpPr>
          <p:nvPr>
            <p:ph type="sldNum" idx="24"/>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BCDCD703-147A-49D7-A3E7-01040E87DA44}"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
        <p:nvSpPr>
          <p:cNvPr id="80" name="Rectángulo 6"/>
          <p:cNvSpPr/>
          <p:nvPr/>
        </p:nvSpPr>
        <p:spPr>
          <a:xfrm>
            <a:off x="440640" y="606600"/>
            <a:ext cx="11299680" cy="125856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1" name="PlaceHolder 4"/>
          <p:cNvSpPr>
            <a:spLocks noGrp="1"/>
          </p:cNvSpPr>
          <p:nvPr>
            <p:ph type="title"/>
          </p:nvPr>
        </p:nvSpPr>
        <p:spPr>
          <a:xfrm>
            <a:off x="576000" y="729720"/>
            <a:ext cx="11029320" cy="98784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lt1"/>
                </a:solidFill>
                <a:latin typeface="Gill Sans MT"/>
              </a:rPr>
              <a:t>Click to edit Master title style</a:t>
            </a:r>
            <a:endParaRPr b="0" lang="es-ES" sz="2800" spc="-1" strike="noStrike">
              <a:solidFill>
                <a:schemeClr val="dk1"/>
              </a:solidFill>
              <a:latin typeface="Gill Sans MT"/>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84"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85"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86" name="PlaceHolder 1"/>
          <p:cNvSpPr>
            <a:spLocks noGrp="1"/>
          </p:cNvSpPr>
          <p:nvPr>
            <p:ph type="dt" idx="25"/>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87" name="PlaceHolder 2"/>
          <p:cNvSpPr>
            <a:spLocks noGrp="1"/>
          </p:cNvSpPr>
          <p:nvPr>
            <p:ph type="ftr" idx="26"/>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8" name="PlaceHolder 3"/>
          <p:cNvSpPr>
            <a:spLocks noGrp="1"/>
          </p:cNvSpPr>
          <p:nvPr>
            <p:ph type="sldNum" idx="27"/>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54A12609-F062-42D0-8169-09263EC15E21}"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90"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91"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92" name="Rectángulo 8"/>
          <p:cNvSpPr/>
          <p:nvPr/>
        </p:nvSpPr>
        <p:spPr>
          <a:xfrm>
            <a:off x="447840" y="5141880"/>
            <a:ext cx="11297880" cy="127440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PlaceHolder 1"/>
          <p:cNvSpPr>
            <a:spLocks noGrp="1"/>
          </p:cNvSpPr>
          <p:nvPr>
            <p:ph type="title"/>
          </p:nvPr>
        </p:nvSpPr>
        <p:spPr>
          <a:xfrm>
            <a:off x="581040" y="5262120"/>
            <a:ext cx="4908960" cy="689040"/>
          </a:xfrm>
          <a:prstGeom prst="rect">
            <a:avLst/>
          </a:prstGeom>
          <a:noFill/>
          <a:ln w="0">
            <a:noFill/>
          </a:ln>
        </p:spPr>
        <p:txBody>
          <a:bodyPr lIns="91440" rIns="91440" tIns="45720" bIns="45720" anchor="ctr">
            <a:noAutofit/>
          </a:bodyPr>
          <a:p>
            <a:pPr indent="0" defTabSz="457200">
              <a:lnSpc>
                <a:spcPct val="100000"/>
              </a:lnSpc>
              <a:buNone/>
            </a:pPr>
            <a:r>
              <a:rPr b="0" lang="en-US" sz="2000" spc="-1" strike="noStrike" cap="all">
                <a:solidFill>
                  <a:schemeClr val="accent1">
                    <a:lumMod val="75000"/>
                    <a:lumOff val="25000"/>
                  </a:schemeClr>
                </a:solidFill>
                <a:latin typeface="Gill Sans MT"/>
              </a:rPr>
              <a:t>Click to edit Master title style</a:t>
            </a:r>
            <a:endParaRPr b="0" lang="es-ES" sz="2000" spc="-1" strike="noStrike">
              <a:solidFill>
                <a:schemeClr val="dk1"/>
              </a:solidFill>
              <a:latin typeface="Gill Sans MT"/>
            </a:endParaRPr>
          </a:p>
        </p:txBody>
      </p:sp>
      <p:sp>
        <p:nvSpPr>
          <p:cNvPr id="94" name="PlaceHolder 2"/>
          <p:cNvSpPr>
            <a:spLocks noGrp="1"/>
          </p:cNvSpPr>
          <p:nvPr>
            <p:ph type="body"/>
          </p:nvPr>
        </p:nvSpPr>
        <p:spPr>
          <a:xfrm>
            <a:off x="447840" y="601200"/>
            <a:ext cx="11292480" cy="4204440"/>
          </a:xfrm>
          <a:prstGeom prst="rect">
            <a:avLst/>
          </a:prstGeom>
          <a:noFill/>
          <a:ln w="0">
            <a:noFill/>
          </a:ln>
        </p:spPr>
        <p:txBody>
          <a:bodyPr lIns="91440" rIns="91440" tIns="45720" bIns="45720" anchor="ctr">
            <a:normAutofit/>
          </a:bodyPr>
          <a:p>
            <a:pPr marL="306000" indent="-306000" defTabSz="457200">
              <a:lnSpc>
                <a:spcPct val="100000"/>
              </a:lnSpc>
              <a:spcBef>
                <a:spcPts val="400"/>
              </a:spcBef>
              <a:spcAft>
                <a:spcPts val="601"/>
              </a:spcAft>
              <a:buClr>
                <a:srgbClr val="4590b8"/>
              </a:buClr>
              <a:buSzPct val="92000"/>
              <a:buFont typeface="Wingdings 2" charset="2"/>
              <a:buChar char=""/>
            </a:pPr>
            <a:r>
              <a:rPr b="0" lang="es-ES" sz="2000" spc="-1" strike="noStrike">
                <a:solidFill>
                  <a:schemeClr val="dk2"/>
                </a:solidFill>
                <a:latin typeface="Gill Sans MT"/>
              </a:rPr>
              <a:t>Editar estilos de texto del patrón</a:t>
            </a:r>
            <a:endParaRPr b="0" lang="es-ES" sz="2000" spc="-1" strike="noStrike">
              <a:solidFill>
                <a:schemeClr val="dk2"/>
              </a:solidFill>
              <a:latin typeface="Gill Sans MT"/>
            </a:endParaRPr>
          </a:p>
          <a:p>
            <a:pPr lvl="1" marL="630000" indent="-306000" defTabSz="457200">
              <a:lnSpc>
                <a:spcPct val="100000"/>
              </a:lnSpc>
              <a:spcBef>
                <a:spcPts val="360"/>
              </a:spcBef>
              <a:spcAft>
                <a:spcPts val="601"/>
              </a:spcAft>
              <a:buClr>
                <a:srgbClr val="4590b8"/>
              </a:buClr>
              <a:buSzPct val="92000"/>
              <a:buFont typeface="Wingdings 2" charset="2"/>
              <a:buChar char=""/>
            </a:pPr>
            <a:r>
              <a:rPr b="0" lang="es-ES" sz="1800" spc="-1" strike="noStrike">
                <a:solidFill>
                  <a:schemeClr val="dk2"/>
                </a:solidFill>
                <a:latin typeface="Gill Sans MT"/>
              </a:rPr>
              <a:t>Segundo nivel</a:t>
            </a:r>
            <a:endParaRPr b="0" lang="es-ES" sz="1800" spc="-1" strike="noStrike">
              <a:solidFill>
                <a:schemeClr val="dk2"/>
              </a:solidFill>
              <a:latin typeface="Gill Sans MT"/>
            </a:endParaRPr>
          </a:p>
          <a:p>
            <a:pPr lvl="2" marL="900000" indent="-270000" defTabSz="457200">
              <a:lnSpc>
                <a:spcPct val="100000"/>
              </a:lnSpc>
              <a:spcBef>
                <a:spcPts val="320"/>
              </a:spcBef>
              <a:spcAft>
                <a:spcPts val="601"/>
              </a:spcAft>
              <a:buClr>
                <a:srgbClr val="4590b8"/>
              </a:buClr>
              <a:buSzPct val="92000"/>
              <a:buFont typeface="Wingdings 2" charset="2"/>
              <a:buChar char=""/>
            </a:pPr>
            <a:r>
              <a:rPr b="0" lang="es-ES" sz="1600" spc="-1" strike="noStrike">
                <a:solidFill>
                  <a:schemeClr val="dk2"/>
                </a:solidFill>
                <a:latin typeface="Gill Sans MT"/>
              </a:rPr>
              <a:t>Tercer nivel</a:t>
            </a:r>
            <a:endParaRPr b="0" lang="es-ES" sz="1600" spc="-1" strike="noStrike">
              <a:solidFill>
                <a:schemeClr val="dk2"/>
              </a:solidFill>
              <a:latin typeface="Gill Sans MT"/>
            </a:endParaRPr>
          </a:p>
          <a:p>
            <a:pPr lvl="3" marL="1242000" indent="-234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Cuarto nivel</a:t>
            </a:r>
            <a:endParaRPr b="0" lang="es-ES" sz="1400" spc="-1" strike="noStrike">
              <a:solidFill>
                <a:schemeClr val="dk2"/>
              </a:solidFill>
              <a:latin typeface="Gill Sans MT"/>
            </a:endParaRPr>
          </a:p>
          <a:p>
            <a:pPr lvl="4" marL="1602000" indent="-234000" defTabSz="457200">
              <a:lnSpc>
                <a:spcPct val="100000"/>
              </a:lnSpc>
              <a:spcBef>
                <a:spcPts val="281"/>
              </a:spcBef>
              <a:spcAft>
                <a:spcPts val="601"/>
              </a:spcAft>
              <a:buClr>
                <a:srgbClr val="4590b8"/>
              </a:buClr>
              <a:buSzPct val="92000"/>
              <a:buFont typeface="Wingdings 2" charset="2"/>
              <a:buChar char=""/>
            </a:pPr>
            <a:r>
              <a:rPr b="0" lang="es-ES" sz="1400" spc="-1" strike="noStrike">
                <a:solidFill>
                  <a:schemeClr val="dk2"/>
                </a:solidFill>
                <a:latin typeface="Gill Sans MT"/>
              </a:rPr>
              <a:t>Quinto nivel</a:t>
            </a:r>
            <a:endParaRPr b="0" lang="es-ES" sz="1400" spc="-1" strike="noStrike">
              <a:solidFill>
                <a:schemeClr val="dk2"/>
              </a:solidFill>
              <a:latin typeface="Gill Sans MT"/>
            </a:endParaRPr>
          </a:p>
        </p:txBody>
      </p:sp>
      <p:sp>
        <p:nvSpPr>
          <p:cNvPr id="95" name="PlaceHolder 3"/>
          <p:cNvSpPr>
            <a:spLocks noGrp="1"/>
          </p:cNvSpPr>
          <p:nvPr>
            <p:ph type="body"/>
          </p:nvPr>
        </p:nvSpPr>
        <p:spPr>
          <a:xfrm>
            <a:off x="5740920" y="5262120"/>
            <a:ext cx="5869800" cy="689040"/>
          </a:xfrm>
          <a:prstGeom prst="rect">
            <a:avLst/>
          </a:prstGeom>
          <a:noFill/>
          <a:ln w="0">
            <a:noFill/>
          </a:ln>
        </p:spPr>
        <p:txBody>
          <a:bodyPr lIns="91440" rIns="91440" tIns="45720" bIns="45720" anchor="ctr">
            <a:normAutofit/>
          </a:bodyPr>
          <a:p>
            <a:pPr indent="0" algn="r" defTabSz="457200">
              <a:lnSpc>
                <a:spcPct val="100000"/>
              </a:lnSpc>
              <a:spcBef>
                <a:spcPts val="221"/>
              </a:spcBef>
              <a:spcAft>
                <a:spcPts val="601"/>
              </a:spcAft>
              <a:buNone/>
              <a:tabLst>
                <a:tab algn="l" pos="0"/>
              </a:tabLst>
            </a:pPr>
            <a:r>
              <a:rPr b="0" lang="es-ES" sz="1100" spc="-1" strike="noStrike">
                <a:solidFill>
                  <a:schemeClr val="lt1"/>
                </a:solidFill>
                <a:latin typeface="Gill Sans MT"/>
              </a:rPr>
              <a:t>Editar estilos de texto del patrón</a:t>
            </a:r>
            <a:endParaRPr b="0" lang="es-ES" sz="1100" spc="-1" strike="noStrike">
              <a:solidFill>
                <a:schemeClr val="dk2"/>
              </a:solidFill>
              <a:latin typeface="Gill Sans MT"/>
            </a:endParaRPr>
          </a:p>
        </p:txBody>
      </p:sp>
      <p:sp>
        <p:nvSpPr>
          <p:cNvPr id="96" name="PlaceHolder 4"/>
          <p:cNvSpPr>
            <a:spLocks noGrp="1"/>
          </p:cNvSpPr>
          <p:nvPr>
            <p:ph type="dt" idx="28"/>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r>
              <a:rPr b="0" lang="es-ES" sz="900" spc="-1" strike="noStrike">
                <a:solidFill>
                  <a:schemeClr val="accent1">
                    <a:lumMod val="75000"/>
                    <a:lumOff val="25000"/>
                  </a:schemeClr>
                </a:solidFill>
                <a:latin typeface="Gill Sans MT"/>
              </a:rPr>
              <a:t>&lt;date/time&gt;</a:t>
            </a:r>
            <a:endParaRPr b="0" lang="en-US" sz="900" spc="-1" strike="noStrike">
              <a:solidFill>
                <a:srgbClr val="000000"/>
              </a:solidFill>
              <a:latin typeface="Times New Roman"/>
            </a:endParaRPr>
          </a:p>
        </p:txBody>
      </p:sp>
      <p:sp>
        <p:nvSpPr>
          <p:cNvPr id="97" name="PlaceHolder 5"/>
          <p:cNvSpPr>
            <a:spLocks noGrp="1"/>
          </p:cNvSpPr>
          <p:nvPr>
            <p:ph type="ftr" idx="29"/>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8" name="PlaceHolder 6"/>
          <p:cNvSpPr>
            <a:spLocks noGrp="1"/>
          </p:cNvSpPr>
          <p:nvPr>
            <p:ph type="sldNum" idx="30"/>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1">
                    <a:lumMod val="75000"/>
                    <a:lumOff val="25000"/>
                  </a:schemeClr>
                </a:solidFill>
                <a:latin typeface="Gill Sans MT"/>
              </a:defRPr>
            </a:lvl1pPr>
          </a:lstStyle>
          <a:p>
            <a:pPr indent="0" algn="r" defTabSz="457200">
              <a:lnSpc>
                <a:spcPct val="100000"/>
              </a:lnSpc>
              <a:buNone/>
            </a:pPr>
            <a:fld id="{63B4FB89-F92A-4EC8-A247-E893D0F2640F}" type="slidenum">
              <a:rPr b="0" lang="es-ES" sz="900" spc="-1" strike="noStrike">
                <a:solidFill>
                  <a:schemeClr val="accent1">
                    <a:lumMod val="75000"/>
                    <a:lumOff val="25000"/>
                  </a:schemeClr>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Rectángulo 8"/>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00" name="Rectángulo 9"/>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01" name="Rectángulo 10"/>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02" name="PlaceHolder 1"/>
          <p:cNvSpPr>
            <a:spLocks noGrp="1"/>
          </p:cNvSpPr>
          <p:nvPr>
            <p:ph type="title"/>
          </p:nvPr>
        </p:nvSpPr>
        <p:spPr>
          <a:xfrm>
            <a:off x="581040" y="4693320"/>
            <a:ext cx="1102932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cap="all">
                <a:solidFill>
                  <a:schemeClr val="accent1"/>
                </a:solidFill>
                <a:latin typeface="Gill Sans MT"/>
              </a:rPr>
              <a:t>Click to edit Master title style</a:t>
            </a:r>
            <a:endParaRPr b="0" lang="es-ES" sz="2400" spc="-1" strike="noStrike">
              <a:solidFill>
                <a:schemeClr val="dk1"/>
              </a:solidFill>
              <a:latin typeface="Gill Sans MT"/>
            </a:endParaRPr>
          </a:p>
        </p:txBody>
      </p:sp>
      <p:sp>
        <p:nvSpPr>
          <p:cNvPr id="103" name="PlaceHolder 2"/>
          <p:cNvSpPr>
            <a:spLocks noGrp="1"/>
          </p:cNvSpPr>
          <p:nvPr>
            <p:ph type="body"/>
          </p:nvPr>
        </p:nvSpPr>
        <p:spPr>
          <a:xfrm>
            <a:off x="447840" y="599760"/>
            <a:ext cx="11290320" cy="355680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Gill Sans MT"/>
              </a:rPr>
              <a:t>Click icon to add picture</a:t>
            </a:r>
            <a:endParaRPr b="0" lang="es-ES" sz="1600" spc="-1" strike="noStrike">
              <a:solidFill>
                <a:schemeClr val="dk2"/>
              </a:solidFill>
              <a:latin typeface="Gill Sans MT"/>
            </a:endParaRPr>
          </a:p>
        </p:txBody>
      </p:sp>
      <p:sp>
        <p:nvSpPr>
          <p:cNvPr id="104" name="PlaceHolder 3"/>
          <p:cNvSpPr>
            <a:spLocks noGrp="1"/>
          </p:cNvSpPr>
          <p:nvPr>
            <p:ph type="body"/>
          </p:nvPr>
        </p:nvSpPr>
        <p:spPr>
          <a:xfrm>
            <a:off x="581040" y="5259960"/>
            <a:ext cx="11029320" cy="598320"/>
          </a:xfrm>
          <a:prstGeom prst="rect">
            <a:avLst/>
          </a:prstGeom>
          <a:noFill/>
          <a:ln w="0">
            <a:noFill/>
          </a:ln>
        </p:spPr>
        <p:txBody>
          <a:bodyPr lIns="91440" rIns="91440" tIns="45720" bIns="45720" anchor="ctr">
            <a:normAutofit/>
          </a:bodyPr>
          <a:p>
            <a:pPr indent="0" defTabSz="457200">
              <a:lnSpc>
                <a:spcPct val="100000"/>
              </a:lnSpc>
              <a:spcBef>
                <a:spcPts val="241"/>
              </a:spcBef>
              <a:spcAft>
                <a:spcPts val="601"/>
              </a:spcAft>
              <a:buNone/>
              <a:tabLst>
                <a:tab algn="l" pos="0"/>
              </a:tabLst>
            </a:pPr>
            <a:r>
              <a:rPr b="0" lang="es-ES" sz="1200" spc="-1" strike="noStrike">
                <a:solidFill>
                  <a:schemeClr val="dk2"/>
                </a:solidFill>
                <a:latin typeface="Gill Sans MT"/>
              </a:rPr>
              <a:t>Editar estilos de texto del patrón</a:t>
            </a:r>
            <a:endParaRPr b="0" lang="es-ES" sz="1200" spc="-1" strike="noStrike">
              <a:solidFill>
                <a:schemeClr val="dk2"/>
              </a:solidFill>
              <a:latin typeface="Gill Sans MT"/>
            </a:endParaRPr>
          </a:p>
        </p:txBody>
      </p:sp>
      <p:sp>
        <p:nvSpPr>
          <p:cNvPr id="105" name="PlaceHolder 4"/>
          <p:cNvSpPr>
            <a:spLocks noGrp="1"/>
          </p:cNvSpPr>
          <p:nvPr>
            <p:ph type="dt" idx="31"/>
          </p:nvPr>
        </p:nvSpPr>
        <p:spPr>
          <a:xfrm>
            <a:off x="7606080" y="5956200"/>
            <a:ext cx="284436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r>
              <a:rPr b="0" lang="es-ES" sz="900" spc="-1" strike="noStrike">
                <a:solidFill>
                  <a:schemeClr val="accent2"/>
                </a:solidFill>
                <a:latin typeface="Gill Sans MT"/>
              </a:rPr>
              <a:t>&lt;date/time&gt;</a:t>
            </a:r>
            <a:endParaRPr b="0" lang="en-US" sz="900" spc="-1" strike="noStrike">
              <a:solidFill>
                <a:srgbClr val="000000"/>
              </a:solidFill>
              <a:latin typeface="Times New Roman"/>
            </a:endParaRPr>
          </a:p>
        </p:txBody>
      </p:sp>
      <p:sp>
        <p:nvSpPr>
          <p:cNvPr id="106" name="PlaceHolder 5"/>
          <p:cNvSpPr>
            <a:spLocks noGrp="1"/>
          </p:cNvSpPr>
          <p:nvPr>
            <p:ph type="ftr" idx="32"/>
          </p:nvPr>
        </p:nvSpPr>
        <p:spPr>
          <a:xfrm>
            <a:off x="581040" y="5951880"/>
            <a:ext cx="69166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7" name="PlaceHolder 6"/>
          <p:cNvSpPr>
            <a:spLocks noGrp="1"/>
          </p:cNvSpPr>
          <p:nvPr>
            <p:ph type="sldNum" idx="33"/>
          </p:nvPr>
        </p:nvSpPr>
        <p:spPr>
          <a:xfrm>
            <a:off x="10558440" y="5956200"/>
            <a:ext cx="1052280" cy="36468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accent2"/>
                </a:solidFill>
                <a:latin typeface="Gill Sans MT"/>
              </a:defRPr>
            </a:lvl1pPr>
          </a:lstStyle>
          <a:p>
            <a:pPr indent="0" algn="r" defTabSz="457200">
              <a:lnSpc>
                <a:spcPct val="100000"/>
              </a:lnSpc>
              <a:buNone/>
            </a:pPr>
            <a:fld id="{6728961F-5AC2-4FF4-8BB9-C564EBB4E3A1}" type="slidenum">
              <a:rPr b="0" lang="es-ES" sz="900" spc="-1" strike="noStrike">
                <a:solidFill>
                  <a:schemeClr val="accent2"/>
                </a:solidFill>
                <a:latin typeface="Gill Sans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gif"/><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6.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6.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6.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6.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6.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4" name="Rectángulo 14">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Gill Sans MT"/>
            </a:endParaRPr>
          </a:p>
        </p:txBody>
      </p:sp>
      <p:pic>
        <p:nvPicPr>
          <p:cNvPr id="115" name="Picture 6" descr=""/>
          <p:cNvPicPr/>
          <p:nvPr/>
        </p:nvPicPr>
        <p:blipFill>
          <a:blip r:embed="rId1"/>
          <a:stretch/>
        </p:blipFill>
        <p:spPr>
          <a:xfrm>
            <a:off x="-34920" y="-72360"/>
            <a:ext cx="12256920" cy="7002000"/>
          </a:xfrm>
          <a:prstGeom prst="rect">
            <a:avLst/>
          </a:prstGeom>
          <a:ln w="0">
            <a:noFill/>
          </a:ln>
        </p:spPr>
      </p:pic>
      <p:grpSp>
        <p:nvGrpSpPr>
          <p:cNvPr id="116" name="Grupo 16">
            <a:extLst>
              <a:ext uri="{C183D7F6-B498-43B3-948B-1728B52AA6E4}">
                <adec:decorative xmlns:adec="http://schemas.microsoft.com/office/drawing/2017/decorative" val="1"/>
              </a:ext>
            </a:extLst>
          </p:cNvPr>
          <p:cNvGrpSpPr/>
          <p:nvPr/>
        </p:nvGrpSpPr>
        <p:grpSpPr>
          <a:xfrm>
            <a:off x="446400" y="453600"/>
            <a:ext cx="11298600" cy="98280"/>
            <a:chOff x="446400" y="453600"/>
            <a:chExt cx="11298600" cy="98280"/>
          </a:xfrm>
        </p:grpSpPr>
        <p:sp>
          <p:nvSpPr>
            <p:cNvPr id="117" name="Rectángulo 17">
              <a:extLst>
                <a:ext uri="{C183D7F6-B498-43B3-948B-1728B52AA6E4}">
                  <adec:decorative xmlns:adec="http://schemas.microsoft.com/office/drawing/2017/decorative" val="1"/>
                </a:ext>
              </a:extLst>
            </p:cNvPr>
            <p:cNvSpPr/>
            <p:nvPr/>
          </p:nvSpPr>
          <p:spPr>
            <a:xfrm>
              <a:off x="446400" y="457200"/>
              <a:ext cx="3702960" cy="946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18" name="Rectángulo 18">
              <a:extLst>
                <a:ext uri="{C183D7F6-B498-43B3-948B-1728B52AA6E4}">
                  <adec:decorative xmlns:adec="http://schemas.microsoft.com/office/drawing/2017/decorative" val="1"/>
                </a:ext>
              </a:extLst>
            </p:cNvPr>
            <p:cNvSpPr/>
            <p:nvPr/>
          </p:nvSpPr>
          <p:spPr>
            <a:xfrm>
              <a:off x="8042040" y="453600"/>
              <a:ext cx="3702960" cy="98280"/>
            </a:xfrm>
            <a:prstGeom prst="rect">
              <a:avLst/>
            </a:prstGeom>
            <a:solidFill>
              <a:schemeClr val="accent4"/>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19" name="Rectángulo 19">
              <a:extLst>
                <a:ext uri="{C183D7F6-B498-43B3-948B-1728B52AA6E4}">
                  <adec:decorative xmlns:adec="http://schemas.microsoft.com/office/drawing/2017/decorative" val="1"/>
                </a:ext>
              </a:extLst>
            </p:cNvPr>
            <p:cNvSpPr/>
            <p:nvPr/>
          </p:nvSpPr>
          <p:spPr>
            <a:xfrm>
              <a:off x="4241880" y="457200"/>
              <a:ext cx="3702960" cy="91080"/>
            </a:xfrm>
            <a:prstGeom prst="rect">
              <a:avLst/>
            </a:prstGeom>
            <a:solidFill>
              <a:schemeClr val="accent2"/>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grpSp>
      <p:sp>
        <p:nvSpPr>
          <p:cNvPr id="120" name="Rectángulo 21">
            <a:extLst>
              <a:ext uri="{C183D7F6-B498-43B3-948B-1728B52AA6E4}">
                <adec:decorative xmlns:adec="http://schemas.microsoft.com/office/drawing/2017/decorative" val="1"/>
              </a:ext>
            </a:extLst>
          </p:cNvPr>
          <p:cNvSpPr/>
          <p:nvPr/>
        </p:nvSpPr>
        <p:spPr>
          <a:xfrm>
            <a:off x="448560" y="4428000"/>
            <a:ext cx="11260440" cy="1962000"/>
          </a:xfrm>
          <a:prstGeom prst="rect">
            <a:avLst/>
          </a:prstGeom>
          <a:solidFill>
            <a:schemeClr val="accent1">
              <a:alpha val="97000"/>
            </a:schemeClr>
          </a:solidFill>
          <a:ln w="6350">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s-GT" sz="1800" spc="-1" strike="noStrike">
              <a:solidFill>
                <a:schemeClr val="lt1"/>
              </a:solidFill>
              <a:latin typeface="Gill Sans MT"/>
            </a:endParaRPr>
          </a:p>
        </p:txBody>
      </p:sp>
      <p:sp>
        <p:nvSpPr>
          <p:cNvPr id="121" name="PlaceHolder 1"/>
          <p:cNvSpPr>
            <a:spLocks noGrp="1"/>
          </p:cNvSpPr>
          <p:nvPr>
            <p:ph type="title"/>
          </p:nvPr>
        </p:nvSpPr>
        <p:spPr>
          <a:xfrm>
            <a:off x="581040" y="4572000"/>
            <a:ext cx="10993320" cy="894960"/>
          </a:xfrm>
          <a:prstGeom prst="rect">
            <a:avLst/>
          </a:prstGeom>
          <a:noFill/>
          <a:ln w="0">
            <a:noFill/>
          </a:ln>
        </p:spPr>
        <p:txBody>
          <a:bodyPr lIns="91440" rIns="91440" tIns="45720" bIns="45720" anchor="b">
            <a:noAutofit/>
          </a:bodyPr>
          <a:p>
            <a:pPr indent="0" defTabSz="457200">
              <a:lnSpc>
                <a:spcPct val="100000"/>
              </a:lnSpc>
              <a:buNone/>
            </a:pPr>
            <a:r>
              <a:rPr b="0" lang="es-ES" sz="4400" spc="-1" strike="noStrike" cap="all">
                <a:solidFill>
                  <a:schemeClr val="lt1"/>
                </a:solidFill>
                <a:latin typeface="Gill Sans MT"/>
              </a:rPr>
              <a:t>Arquitectura de Computadores</a:t>
            </a:r>
            <a:endParaRPr b="0" lang="es-ES" sz="4400" spc="-1" strike="noStrike">
              <a:solidFill>
                <a:schemeClr val="dk1"/>
              </a:solidFill>
              <a:latin typeface="Gill Sans MT"/>
            </a:endParaRPr>
          </a:p>
        </p:txBody>
      </p:sp>
      <p:sp>
        <p:nvSpPr>
          <p:cNvPr id="122" name="PlaceHolder 2"/>
          <p:cNvSpPr>
            <a:spLocks noGrp="1"/>
          </p:cNvSpPr>
          <p:nvPr>
            <p:ph type="subTitle"/>
          </p:nvPr>
        </p:nvSpPr>
        <p:spPr>
          <a:xfrm>
            <a:off x="581040" y="5467320"/>
            <a:ext cx="10993320" cy="484560"/>
          </a:xfrm>
          <a:prstGeom prst="rect">
            <a:avLst/>
          </a:prstGeom>
          <a:noFill/>
          <a:ln w="0">
            <a:noFill/>
          </a:ln>
        </p:spPr>
        <p:txBody>
          <a:bodyPr lIns="91440" rIns="91440" tIns="45720" bIns="45720" anchor="t">
            <a:normAutofit/>
          </a:bodyPr>
          <a:p>
            <a:pPr indent="0" defTabSz="457200">
              <a:lnSpc>
                <a:spcPct val="100000"/>
              </a:lnSpc>
              <a:spcBef>
                <a:spcPts val="320"/>
              </a:spcBef>
              <a:spcAft>
                <a:spcPts val="601"/>
              </a:spcAft>
              <a:buNone/>
              <a:tabLst>
                <a:tab algn="l" pos="0"/>
              </a:tabLst>
            </a:pPr>
            <a:r>
              <a:rPr b="0" lang="es-ES" sz="1600" spc="-1" strike="noStrike" cap="all">
                <a:solidFill>
                  <a:srgbClr val="7cebff"/>
                </a:solidFill>
                <a:latin typeface="Gill Sans MT"/>
              </a:rPr>
              <a:t>Ing. MBA. Carlos LEtona</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24"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Tipos de Instrucciones: R, I, J</a:t>
            </a:r>
            <a:endParaRPr b="0" lang="en-US" sz="2800" spc="-1" strike="noStrike">
              <a:solidFill>
                <a:srgbClr val="000000"/>
              </a:solidFill>
              <a:latin typeface="Arial"/>
            </a:endParaRPr>
          </a:p>
        </p:txBody>
      </p:sp>
      <p:sp>
        <p:nvSpPr>
          <p:cNvPr id="125" name="TextBox 9"/>
          <p:cNvSpPr/>
          <p:nvPr/>
        </p:nvSpPr>
        <p:spPr>
          <a:xfrm>
            <a:off x="294480" y="1950480"/>
            <a:ext cx="4991400" cy="475308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1" lang="es-GT" sz="1800" spc="-1" strike="noStrike">
                <a:solidFill>
                  <a:schemeClr val="dk1"/>
                </a:solidFill>
                <a:latin typeface="Gill Sans MT"/>
              </a:rPr>
              <a:t>R-type (Registro)</a:t>
            </a:r>
            <a:endParaRPr b="0" lang="en-US" sz="1800" spc="-1" strike="noStrike">
              <a:solidFill>
                <a:srgbClr val="000000"/>
              </a:solidFill>
              <a:latin typeface="Arial"/>
            </a:endParaRPr>
          </a:p>
          <a:p>
            <a:pPr algn="just" defTabSz="457200">
              <a:lnSpc>
                <a:spcPct val="100000"/>
              </a:lnSpc>
            </a:pPr>
            <a:r>
              <a:rPr b="0" lang="es-MX" sz="1800" spc="-1" strike="noStrike">
                <a:solidFill>
                  <a:schemeClr val="dk1"/>
                </a:solidFill>
                <a:latin typeface="Gill Sans MT"/>
              </a:rPr>
              <a:t>MIPS utiliza instrucciones de 32 bits. Las instrucciones son como pequeños paquetes de información, y cada uno tiene un formato específico dependiendo del tipo de instrucción. </a:t>
            </a:r>
            <a:endParaRPr b="0" lang="en-US" sz="1800" spc="-1" strike="noStrike">
              <a:solidFill>
                <a:srgbClr val="000000"/>
              </a:solidFill>
              <a:latin typeface="Arial"/>
            </a:endParaRPr>
          </a:p>
          <a:p>
            <a:pPr algn="just" defTabSz="457200">
              <a:lnSpc>
                <a:spcPct val="100000"/>
              </a:lnSpc>
            </a:pPr>
            <a:endParaRPr b="0" lang="en-US" sz="1800" spc="-1" strike="noStrike">
              <a:solidFill>
                <a:srgbClr val="000000"/>
              </a:solidFill>
              <a:latin typeface="Arial"/>
            </a:endParaRPr>
          </a:p>
          <a:p>
            <a:pPr algn="just" defTabSz="457200">
              <a:lnSpc>
                <a:spcPct val="100000"/>
              </a:lnSpc>
            </a:pPr>
            <a:r>
              <a:rPr b="0" lang="es-MX" sz="1800" spc="-1" strike="noStrike">
                <a:solidFill>
                  <a:schemeClr val="dk1"/>
                </a:solidFill>
                <a:latin typeface="Gill Sans MT"/>
              </a:rPr>
              <a:t>Las instrucciones de tipo R trabajan con registros. Imaginemos que los registros son cajas de almacenamiento dentro de la CPU, y el tipo R es como pedirle al chef que combine o manipule algo dentro de esas cajas.</a:t>
            </a:r>
            <a:endParaRPr b="0" lang="en-US" sz="1800" spc="-1" strike="noStrike">
              <a:solidFill>
                <a:srgbClr val="000000"/>
              </a:solidFill>
              <a:latin typeface="Arial"/>
            </a:endParaRPr>
          </a:p>
          <a:p>
            <a:pPr algn="just" defTabSz="457200">
              <a:lnSpc>
                <a:spcPct val="100000"/>
              </a:lnSpc>
            </a:pPr>
            <a:endParaRPr b="0" lang="en-US" sz="1800" spc="-1" strike="noStrike">
              <a:solidFill>
                <a:srgbClr val="000000"/>
              </a:solidFill>
              <a:latin typeface="Arial"/>
            </a:endParaRPr>
          </a:p>
          <a:p>
            <a:pPr algn="just" defTabSz="457200">
              <a:lnSpc>
                <a:spcPct val="100000"/>
              </a:lnSpc>
            </a:pPr>
            <a:r>
              <a:rPr b="1" lang="es-MX" sz="1800" spc="-1" strike="noStrike">
                <a:solidFill>
                  <a:schemeClr val="dk1"/>
                </a:solidFill>
                <a:latin typeface="Gill Sans MT"/>
              </a:rPr>
              <a:t>¿Qué hace?</a:t>
            </a:r>
            <a:endParaRPr b="0" lang="en-US" sz="1800" spc="-1" strike="noStrike">
              <a:solidFill>
                <a:srgbClr val="000000"/>
              </a:solidFill>
              <a:latin typeface="Arial"/>
            </a:endParaRPr>
          </a:p>
          <a:p>
            <a:pPr algn="just" defTabSz="457200">
              <a:lnSpc>
                <a:spcPct val="100000"/>
              </a:lnSpc>
            </a:pPr>
            <a:r>
              <a:rPr b="0" lang="es-MX" sz="1800" spc="-1" strike="noStrike">
                <a:solidFill>
                  <a:schemeClr val="dk1"/>
                </a:solidFill>
                <a:latin typeface="Gill Sans MT"/>
              </a:rPr>
              <a:t>Realiza operaciones aritméticas o lógicas entre registros.</a:t>
            </a:r>
            <a:endParaRPr b="0" lang="en-US" sz="1800" spc="-1" strike="noStrike">
              <a:solidFill>
                <a:srgbClr val="000000"/>
              </a:solidFill>
              <a:latin typeface="Arial"/>
            </a:endParaRPr>
          </a:p>
        </p:txBody>
      </p:sp>
      <p:pic>
        <p:nvPicPr>
          <p:cNvPr id="126" name="Picture 2" descr=""/>
          <p:cNvPicPr/>
          <p:nvPr/>
        </p:nvPicPr>
        <p:blipFill>
          <a:blip r:embed="rId1"/>
          <a:stretch/>
        </p:blipFill>
        <p:spPr>
          <a:xfrm>
            <a:off x="6095880" y="2038320"/>
            <a:ext cx="5272200" cy="1229400"/>
          </a:xfrm>
          <a:prstGeom prst="rect">
            <a:avLst/>
          </a:prstGeom>
          <a:ln w="0">
            <a:noFill/>
          </a:ln>
        </p:spPr>
      </p:pic>
      <p:sp>
        <p:nvSpPr>
          <p:cNvPr id="127" name="TextBox 14"/>
          <p:cNvSpPr/>
          <p:nvPr/>
        </p:nvSpPr>
        <p:spPr>
          <a:xfrm>
            <a:off x="6095880" y="3588480"/>
            <a:ext cx="5422680" cy="2558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1800" spc="-1" strike="noStrike">
                <a:solidFill>
                  <a:schemeClr val="dk1"/>
                </a:solidFill>
                <a:latin typeface="Gill Sans MT"/>
              </a:rPr>
              <a:t>opcode: </a:t>
            </a:r>
            <a:r>
              <a:rPr b="0" lang="es-MX" sz="1800" spc="-1" strike="noStrike">
                <a:solidFill>
                  <a:schemeClr val="dk1"/>
                </a:solidFill>
                <a:latin typeface="Gill Sans MT"/>
              </a:rPr>
              <a:t>Define el tipo de operación (por ejemplo, suma, resta).</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rs y rt: </a:t>
            </a:r>
            <a:r>
              <a:rPr b="0" lang="es-MX" sz="1800" spc="-1" strike="noStrike">
                <a:solidFill>
                  <a:schemeClr val="dk1"/>
                </a:solidFill>
                <a:latin typeface="Gill Sans MT"/>
              </a:rPr>
              <a:t>Son los registros que se usan para la operación.</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rd: </a:t>
            </a:r>
            <a:r>
              <a:rPr b="0" lang="es-MX" sz="1800" spc="-1" strike="noStrike">
                <a:solidFill>
                  <a:schemeClr val="dk1"/>
                </a:solidFill>
                <a:latin typeface="Gill Sans MT"/>
              </a:rPr>
              <a:t>Es el registro donde se guarda el resultado.</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shamt: </a:t>
            </a:r>
            <a:r>
              <a:rPr b="0" lang="es-MX" sz="1800" spc="-1" strike="noStrike">
                <a:solidFill>
                  <a:schemeClr val="dk1"/>
                </a:solidFill>
                <a:latin typeface="Gill Sans MT"/>
              </a:rPr>
              <a:t>Es el desplazamiento, útil para instrucciones de desplazamiento de bits.</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funct: </a:t>
            </a:r>
            <a:r>
              <a:rPr b="0" lang="es-MX" sz="1800" spc="-1" strike="noStrike">
                <a:solidFill>
                  <a:schemeClr val="dk1"/>
                </a:solidFill>
                <a:latin typeface="Gill Sans MT"/>
              </a:rPr>
              <a:t>Define la operación específica (por ejemplo, ADD, SUB).</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29"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Tipos de Instrucciones: R, I, J</a:t>
            </a:r>
            <a:endParaRPr b="0" lang="en-US" sz="2800" spc="-1" strike="noStrike">
              <a:solidFill>
                <a:srgbClr val="000000"/>
              </a:solidFill>
              <a:latin typeface="Arial"/>
            </a:endParaRPr>
          </a:p>
        </p:txBody>
      </p:sp>
      <p:sp>
        <p:nvSpPr>
          <p:cNvPr id="130" name="TextBox 9"/>
          <p:cNvSpPr/>
          <p:nvPr/>
        </p:nvSpPr>
        <p:spPr>
          <a:xfrm>
            <a:off x="406800" y="1765800"/>
            <a:ext cx="499140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1800" spc="-1" strike="noStrike">
                <a:solidFill>
                  <a:schemeClr val="dk1"/>
                </a:solidFill>
                <a:latin typeface="Gill Sans MT"/>
              </a:rPr>
              <a:t>R-type (Registro)</a:t>
            </a:r>
            <a:endParaRPr b="0" lang="en-US" sz="1800" spc="-1" strike="noStrike">
              <a:solidFill>
                <a:srgbClr val="000000"/>
              </a:solidFill>
              <a:latin typeface="Arial"/>
            </a:endParaRPr>
          </a:p>
        </p:txBody>
      </p:sp>
      <p:pic>
        <p:nvPicPr>
          <p:cNvPr id="131" name="Picture 5" descr=""/>
          <p:cNvPicPr/>
          <p:nvPr/>
        </p:nvPicPr>
        <p:blipFill>
          <a:blip r:embed="rId1"/>
          <a:stretch/>
        </p:blipFill>
        <p:spPr>
          <a:xfrm>
            <a:off x="2008440" y="2179800"/>
            <a:ext cx="7208280" cy="2203200"/>
          </a:xfrm>
          <a:prstGeom prst="rect">
            <a:avLst/>
          </a:prstGeom>
          <a:ln w="0">
            <a:noFill/>
          </a:ln>
        </p:spPr>
      </p:pic>
      <p:pic>
        <p:nvPicPr>
          <p:cNvPr id="132" name="Picture 7" descr=""/>
          <p:cNvPicPr/>
          <p:nvPr/>
        </p:nvPicPr>
        <p:blipFill>
          <a:blip r:embed="rId2"/>
          <a:stretch/>
        </p:blipFill>
        <p:spPr>
          <a:xfrm>
            <a:off x="2807640" y="4428000"/>
            <a:ext cx="6077880" cy="20170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34"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Tipos de Instrucciones: R, I, J</a:t>
            </a:r>
            <a:endParaRPr b="0" lang="en-US" sz="2800" spc="-1" strike="noStrike">
              <a:solidFill>
                <a:srgbClr val="000000"/>
              </a:solidFill>
              <a:latin typeface="Arial"/>
            </a:endParaRPr>
          </a:p>
        </p:txBody>
      </p:sp>
      <p:sp>
        <p:nvSpPr>
          <p:cNvPr id="135" name="TextBox 9"/>
          <p:cNvSpPr/>
          <p:nvPr/>
        </p:nvSpPr>
        <p:spPr>
          <a:xfrm>
            <a:off x="411120" y="1950480"/>
            <a:ext cx="4991400" cy="5273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000" spc="-1" strike="noStrike">
                <a:solidFill>
                  <a:schemeClr val="dk1"/>
                </a:solidFill>
                <a:latin typeface="Gill Sans MT"/>
              </a:rPr>
              <a:t>I-type (Inmediato)</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opcode: </a:t>
            </a:r>
            <a:r>
              <a:rPr b="0" lang="es-MX" sz="2000" spc="-1" strike="noStrike">
                <a:solidFill>
                  <a:schemeClr val="dk1"/>
                </a:solidFill>
                <a:latin typeface="Gill Sans MT"/>
              </a:rPr>
              <a:t>Define el tipo de operación (por ejemplo, ADDI).</a:t>
            </a: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rs: </a:t>
            </a:r>
            <a:r>
              <a:rPr b="0" lang="es-MX" sz="2000" spc="-1" strike="noStrike">
                <a:solidFill>
                  <a:schemeClr val="dk1"/>
                </a:solidFill>
                <a:latin typeface="Gill Sans MT"/>
              </a:rPr>
              <a:t>Primer registro involucrado.</a:t>
            </a: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rt: </a:t>
            </a:r>
            <a:r>
              <a:rPr b="0" lang="es-MX" sz="2000" spc="-1" strike="noStrike">
                <a:solidFill>
                  <a:schemeClr val="dk1"/>
                </a:solidFill>
                <a:latin typeface="Gill Sans MT"/>
              </a:rPr>
              <a:t>Segundo registro (donde se guarda el resultado).</a:t>
            </a: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immediate: </a:t>
            </a:r>
            <a:r>
              <a:rPr b="0" lang="es-MX" sz="2000" spc="-1" strike="noStrike">
                <a:solidFill>
                  <a:schemeClr val="dk1"/>
                </a:solidFill>
                <a:latin typeface="Gill Sans MT"/>
              </a:rPr>
              <a:t>El valor constante (inmediato) que se utiliza en la operación.</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defTabSz="457200">
              <a:lnSpc>
                <a:spcPct val="100000"/>
              </a:lnSpc>
            </a:pPr>
            <a:r>
              <a:rPr b="0" lang="es-MX" sz="2000" spc="-1" strike="noStrike">
                <a:solidFill>
                  <a:schemeClr val="dk1"/>
                </a:solidFill>
                <a:latin typeface="Gill Sans MT"/>
              </a:rPr>
              <a:t>Las instrucciones I usan un valor constante (llamado inmediato) que no cambia. Es como decirle al chef que añada un ingrediente fijo en una receta, sin necesidad de otros ingredientes de la casa (no se usan otros registros).</a:t>
            </a:r>
            <a:endParaRPr b="0" lang="en-US" sz="2000" spc="-1" strike="noStrike">
              <a:solidFill>
                <a:srgbClr val="000000"/>
              </a:solidFill>
              <a:latin typeface="Arial"/>
            </a:endParaRPr>
          </a:p>
        </p:txBody>
      </p:sp>
      <p:pic>
        <p:nvPicPr>
          <p:cNvPr id="136" name="Picture 3" descr=""/>
          <p:cNvPicPr/>
          <p:nvPr/>
        </p:nvPicPr>
        <p:blipFill>
          <a:blip r:embed="rId1"/>
          <a:stretch/>
        </p:blipFill>
        <p:spPr>
          <a:xfrm>
            <a:off x="5736960" y="2006640"/>
            <a:ext cx="6043680" cy="1525320"/>
          </a:xfrm>
          <a:prstGeom prst="rect">
            <a:avLst/>
          </a:prstGeom>
          <a:ln w="0">
            <a:noFill/>
          </a:ln>
        </p:spPr>
      </p:pic>
      <p:pic>
        <p:nvPicPr>
          <p:cNvPr id="137" name="Picture 6" descr=""/>
          <p:cNvPicPr/>
          <p:nvPr/>
        </p:nvPicPr>
        <p:blipFill>
          <a:blip r:embed="rId2"/>
          <a:stretch/>
        </p:blipFill>
        <p:spPr>
          <a:xfrm>
            <a:off x="5500800" y="3718800"/>
            <a:ext cx="6279840" cy="27414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39"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Tipos de Instrucciones: R, I, J</a:t>
            </a:r>
            <a:endParaRPr b="0" lang="en-US" sz="2800" spc="-1" strike="noStrike">
              <a:solidFill>
                <a:srgbClr val="000000"/>
              </a:solidFill>
              <a:latin typeface="Arial"/>
            </a:endParaRPr>
          </a:p>
        </p:txBody>
      </p:sp>
      <p:sp>
        <p:nvSpPr>
          <p:cNvPr id="140" name="TextBox 9"/>
          <p:cNvSpPr/>
          <p:nvPr/>
        </p:nvSpPr>
        <p:spPr>
          <a:xfrm>
            <a:off x="411120" y="2006640"/>
            <a:ext cx="4901760" cy="4053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000" spc="-1" strike="noStrike">
                <a:solidFill>
                  <a:schemeClr val="dk1"/>
                </a:solidFill>
                <a:latin typeface="Gill Sans MT"/>
              </a:rPr>
              <a:t>J-type</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¿Qué es?</a:t>
            </a:r>
            <a:endParaRPr b="0" lang="en-US" sz="2000" spc="-1" strike="noStrike">
              <a:solidFill>
                <a:srgbClr val="000000"/>
              </a:solidFill>
              <a:latin typeface="Arial"/>
            </a:endParaRPr>
          </a:p>
          <a:p>
            <a:pPr defTabSz="457200">
              <a:lnSpc>
                <a:spcPct val="100000"/>
              </a:lnSpc>
            </a:pPr>
            <a:r>
              <a:rPr b="0" lang="es-MX" sz="2000" spc="-1" strike="noStrike">
                <a:solidFill>
                  <a:schemeClr val="dk1"/>
                </a:solidFill>
                <a:latin typeface="Gill Sans MT"/>
              </a:rPr>
              <a:t>Las instrucciones J son para saltos a otra parte del código, como si el chef tuviera que ir a una receta completamente diferente en el libro de cocina.</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¿Qué hace?</a:t>
            </a:r>
            <a:endParaRPr b="0" lang="en-US" sz="2000" spc="-1" strike="noStrike">
              <a:solidFill>
                <a:srgbClr val="000000"/>
              </a:solidFill>
              <a:latin typeface="Arial"/>
            </a:endParaRPr>
          </a:p>
          <a:p>
            <a:pPr defTabSz="457200">
              <a:lnSpc>
                <a:spcPct val="100000"/>
              </a:lnSpc>
            </a:pPr>
            <a:r>
              <a:rPr b="0" lang="es-MX" sz="2000" spc="-1" strike="noStrike">
                <a:solidFill>
                  <a:schemeClr val="dk1"/>
                </a:solidFill>
                <a:latin typeface="Gill Sans MT"/>
              </a:rPr>
              <a:t>Permite cambiar la dirección de ejecución del programa (hacer un salto o "jump").</a:t>
            </a:r>
            <a:endParaRPr b="0" lang="en-US" sz="2000" spc="-1" strike="noStrike">
              <a:solidFill>
                <a:srgbClr val="000000"/>
              </a:solidFill>
              <a:latin typeface="Arial"/>
            </a:endParaRPr>
          </a:p>
        </p:txBody>
      </p:sp>
      <p:pic>
        <p:nvPicPr>
          <p:cNvPr id="141" name="Picture 2" descr=""/>
          <p:cNvPicPr/>
          <p:nvPr/>
        </p:nvPicPr>
        <p:blipFill>
          <a:blip r:embed="rId1"/>
          <a:stretch/>
        </p:blipFill>
        <p:spPr>
          <a:xfrm>
            <a:off x="5974920" y="3064680"/>
            <a:ext cx="5978880" cy="1717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43"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Señales y flujos en el procesador</a:t>
            </a:r>
            <a:endParaRPr b="0" lang="en-US" sz="2800" spc="-1" strike="noStrike">
              <a:solidFill>
                <a:srgbClr val="000000"/>
              </a:solidFill>
              <a:latin typeface="Arial"/>
            </a:endParaRPr>
          </a:p>
        </p:txBody>
      </p:sp>
      <p:sp>
        <p:nvSpPr>
          <p:cNvPr id="144" name="TextBox 9"/>
          <p:cNvSpPr/>
          <p:nvPr/>
        </p:nvSpPr>
        <p:spPr>
          <a:xfrm>
            <a:off x="411120" y="1818720"/>
            <a:ext cx="5789160" cy="447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1800" spc="-1" strike="noStrike">
                <a:solidFill>
                  <a:schemeClr val="dk1"/>
                </a:solidFill>
                <a:latin typeface="Gill Sans MT"/>
              </a:rPr>
              <a:t>Concepto de Datapath</a:t>
            </a:r>
            <a:endParaRPr b="0" lang="en-US" sz="1800" spc="-1" strike="noStrike">
              <a:solidFill>
                <a:srgbClr val="000000"/>
              </a:solidFill>
              <a:latin typeface="Arial"/>
            </a:endParaRPr>
          </a:p>
          <a:p>
            <a:pPr defTabSz="457200">
              <a:lnSpc>
                <a:spcPct val="100000"/>
              </a:lnSpc>
            </a:pPr>
            <a:endParaRPr b="0" lang="en-US" sz="1800" spc="-1" strike="noStrike">
              <a:solidFill>
                <a:srgbClr val="000000"/>
              </a:solidFill>
              <a:latin typeface="Arial"/>
            </a:endParaRPr>
          </a:p>
          <a:p>
            <a:pPr defTabSz="457200">
              <a:lnSpc>
                <a:spcPct val="100000"/>
              </a:lnSpc>
            </a:pPr>
            <a:r>
              <a:rPr b="0" lang="es-MX" sz="1800" spc="-1" strike="noStrike">
                <a:solidFill>
                  <a:schemeClr val="dk1"/>
                </a:solidFill>
                <a:latin typeface="Gill Sans MT"/>
              </a:rPr>
              <a:t>El datapath es la ruta que siguen los datos dentro del procesador.</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Registros</a:t>
            </a:r>
            <a:r>
              <a:rPr b="0" lang="es-MX" sz="1800" spc="-1" strike="noStrike">
                <a:solidFill>
                  <a:schemeClr val="dk1"/>
                </a:solidFill>
                <a:latin typeface="Gill Sans MT"/>
              </a:rPr>
              <a:t> → almacenan temporalmente los datos.</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ALU (Arithmetic Logic Unit) </a:t>
            </a:r>
            <a:r>
              <a:rPr b="0" lang="es-MX" sz="1800" spc="-1" strike="noStrike">
                <a:solidFill>
                  <a:schemeClr val="dk1"/>
                </a:solidFill>
                <a:latin typeface="Gill Sans MT"/>
              </a:rPr>
              <a:t>→ realiza operaciones aritméticas y lógicas.</a:t>
            </a:r>
            <a:endParaRPr b="0" lang="en-US" sz="1800" spc="-1" strike="noStrike">
              <a:solidFill>
                <a:srgbClr val="000000"/>
              </a:solidFill>
              <a:latin typeface="Arial"/>
            </a:endParaRPr>
          </a:p>
          <a:p>
            <a:pPr defTabSz="457200">
              <a:lnSpc>
                <a:spcPct val="100000"/>
              </a:lnSpc>
            </a:pPr>
            <a:r>
              <a:rPr b="1" lang="es-MX" sz="1800" spc="-1" strike="noStrike">
                <a:solidFill>
                  <a:schemeClr val="dk1"/>
                </a:solidFill>
                <a:latin typeface="Gill Sans MT"/>
              </a:rPr>
              <a:t>Registro / Memoria </a:t>
            </a:r>
            <a:r>
              <a:rPr b="0" lang="es-MX" sz="1800" spc="-1" strike="noStrike">
                <a:solidFill>
                  <a:schemeClr val="dk1"/>
                </a:solidFill>
                <a:latin typeface="Gill Sans MT"/>
              </a:rPr>
              <a:t>→ almacena resultados o lee datos de la memoria.</a:t>
            </a:r>
            <a:endParaRPr b="0" lang="en-US" sz="1800" spc="-1" strike="noStrike">
              <a:solidFill>
                <a:srgbClr val="000000"/>
              </a:solidFill>
              <a:latin typeface="Arial"/>
            </a:endParaRPr>
          </a:p>
          <a:p>
            <a:pPr defTabSz="457200">
              <a:lnSpc>
                <a:spcPct val="100000"/>
              </a:lnSpc>
            </a:pPr>
            <a:endParaRPr b="0" lang="en-US" sz="1800" spc="-1" strike="noStrike">
              <a:solidFill>
                <a:srgbClr val="000000"/>
              </a:solidFill>
              <a:latin typeface="Arial"/>
            </a:endParaRPr>
          </a:p>
          <a:p>
            <a:pPr defTabSz="457200">
              <a:lnSpc>
                <a:spcPct val="100000"/>
              </a:lnSpc>
            </a:pPr>
            <a:r>
              <a:rPr b="0" lang="es-MX" sz="1800" spc="-1" strike="noStrike">
                <a:solidFill>
                  <a:schemeClr val="dk1"/>
                </a:solidFill>
                <a:latin typeface="Gill Sans MT"/>
              </a:rPr>
              <a:t>Supongamos que queremos ejecutar ADD $3, $1, $2</a:t>
            </a:r>
            <a:endParaRPr b="0" lang="en-US" sz="1800" spc="-1" strike="noStrike">
              <a:solidFill>
                <a:srgbClr val="000000"/>
              </a:solidFill>
              <a:latin typeface="Arial"/>
            </a:endParaRPr>
          </a:p>
          <a:p>
            <a:pPr defTabSz="457200">
              <a:lnSpc>
                <a:spcPct val="100000"/>
              </a:lnSpc>
            </a:pPr>
            <a:endParaRPr b="0" lang="en-US" sz="1800" spc="-1" strike="noStrike">
              <a:solidFill>
                <a:srgbClr val="000000"/>
              </a:solidFill>
              <a:latin typeface="Arial"/>
            </a:endParaRPr>
          </a:p>
          <a:p>
            <a:pPr defTabSz="457200">
              <a:lnSpc>
                <a:spcPct val="100000"/>
              </a:lnSpc>
            </a:pPr>
            <a:r>
              <a:rPr b="0" lang="es-MX" sz="1800" spc="-1" strike="noStrike">
                <a:solidFill>
                  <a:schemeClr val="dk1"/>
                </a:solidFill>
                <a:latin typeface="Gill Sans MT"/>
              </a:rPr>
              <a:t>$1 y $2 son leídos de los registros.</a:t>
            </a:r>
            <a:endParaRPr b="0" lang="en-US" sz="1800" spc="-1" strike="noStrike">
              <a:solidFill>
                <a:srgbClr val="000000"/>
              </a:solidFill>
              <a:latin typeface="Arial"/>
            </a:endParaRPr>
          </a:p>
          <a:p>
            <a:pPr defTabSz="457200">
              <a:lnSpc>
                <a:spcPct val="100000"/>
              </a:lnSpc>
            </a:pPr>
            <a:r>
              <a:rPr b="0" lang="es-MX" sz="1800" spc="-1" strike="noStrike">
                <a:solidFill>
                  <a:schemeClr val="dk1"/>
                </a:solidFill>
                <a:latin typeface="Gill Sans MT"/>
              </a:rPr>
              <a:t>Los valores van a la ALU, que realiza la suma.</a:t>
            </a:r>
            <a:endParaRPr b="0" lang="en-US" sz="1800" spc="-1" strike="noStrike">
              <a:solidFill>
                <a:srgbClr val="000000"/>
              </a:solidFill>
              <a:latin typeface="Arial"/>
            </a:endParaRPr>
          </a:p>
          <a:p>
            <a:pPr defTabSz="457200">
              <a:lnSpc>
                <a:spcPct val="100000"/>
              </a:lnSpc>
            </a:pPr>
            <a:r>
              <a:rPr b="0" lang="es-MX" sz="1800" spc="-1" strike="noStrike">
                <a:solidFill>
                  <a:schemeClr val="dk1"/>
                </a:solidFill>
                <a:latin typeface="Gill Sans MT"/>
              </a:rPr>
              <a:t>El resultado se escribe en $3 mediante la señal RegWrite.</a:t>
            </a:r>
            <a:endParaRPr b="0" lang="en-US" sz="1800" spc="-1" strike="noStrike">
              <a:solidFill>
                <a:srgbClr val="000000"/>
              </a:solidFill>
              <a:latin typeface="Arial"/>
            </a:endParaRPr>
          </a:p>
        </p:txBody>
      </p:sp>
      <p:pic>
        <p:nvPicPr>
          <p:cNvPr id="145" name="Picture 2" descr="Organization of Computer Systems: Processor &amp; Datapath"/>
          <p:cNvPicPr/>
          <p:nvPr/>
        </p:nvPicPr>
        <p:blipFill>
          <a:blip r:embed="rId1"/>
          <a:stretch/>
        </p:blipFill>
        <p:spPr>
          <a:xfrm>
            <a:off x="6200280" y="2533320"/>
            <a:ext cx="5800320" cy="33620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47"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Señales y flujos en el procesador</a:t>
            </a:r>
            <a:endParaRPr b="0" lang="en-US" sz="2800" spc="-1" strike="noStrike">
              <a:solidFill>
                <a:srgbClr val="000000"/>
              </a:solidFill>
              <a:latin typeface="Arial"/>
            </a:endParaRPr>
          </a:p>
        </p:txBody>
      </p:sp>
      <p:sp>
        <p:nvSpPr>
          <p:cNvPr id="148" name="TextBox 9"/>
          <p:cNvSpPr/>
          <p:nvPr/>
        </p:nvSpPr>
        <p:spPr>
          <a:xfrm>
            <a:off x="411120" y="1864800"/>
            <a:ext cx="5087520" cy="4844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400" spc="-1" strike="noStrike">
                <a:solidFill>
                  <a:schemeClr val="dk1"/>
                </a:solidFill>
                <a:latin typeface="Gill Sans MT"/>
              </a:rPr>
              <a:t>Ejemplo de ADDI</a:t>
            </a:r>
            <a:endParaRPr b="0" lang="en-US" sz="2400" spc="-1" strike="noStrike">
              <a:solidFill>
                <a:srgbClr val="000000"/>
              </a:solidFill>
              <a:latin typeface="Arial"/>
            </a:endParaRPr>
          </a:p>
          <a:p>
            <a:pPr defTabSz="457200">
              <a:lnSpc>
                <a:spcPct val="100000"/>
              </a:lnSpc>
            </a:pPr>
            <a:r>
              <a:rPr b="1" lang="es-MX" sz="2400" spc="-1" strike="noStrike">
                <a:solidFill>
                  <a:schemeClr val="dk1"/>
                </a:solidFill>
                <a:latin typeface="Gill Sans MT"/>
              </a:rPr>
              <a:t>Instrucción: </a:t>
            </a:r>
            <a:r>
              <a:rPr b="1" lang="es-MX" sz="2000" spc="-1" strike="noStrike">
                <a:solidFill>
                  <a:schemeClr val="dk1"/>
                </a:solidFill>
                <a:latin typeface="Gill Sans MT"/>
              </a:rPr>
              <a:t>ADDI $3, 4($9)</a:t>
            </a:r>
            <a:endParaRPr b="0" lang="en-US" sz="20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defTabSz="457200">
              <a:lnSpc>
                <a:spcPct val="100000"/>
              </a:lnSpc>
            </a:pPr>
            <a:r>
              <a:rPr b="0" lang="es-MX" sz="2000" spc="-1" strike="noStrike">
                <a:solidFill>
                  <a:schemeClr val="dk1"/>
                </a:solidFill>
                <a:latin typeface="Gill Sans MT"/>
              </a:rPr>
              <a:t>$9</a:t>
            </a:r>
            <a:r>
              <a:rPr b="0" lang="es-MX" sz="2400" spc="-1" strike="noStrike">
                <a:solidFill>
                  <a:schemeClr val="dk1"/>
                </a:solidFill>
                <a:latin typeface="Gill Sans MT"/>
              </a:rPr>
              <a:t> se lee del registro.</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defTabSz="457200">
              <a:lnSpc>
                <a:spcPct val="100000"/>
              </a:lnSpc>
            </a:pPr>
            <a:r>
              <a:rPr b="0" lang="es-MX" sz="2400" spc="-1" strike="noStrike">
                <a:solidFill>
                  <a:schemeClr val="dk1"/>
                </a:solidFill>
                <a:latin typeface="Gill Sans MT"/>
              </a:rPr>
              <a:t>Se suma el valor inmediato </a:t>
            </a:r>
            <a:r>
              <a:rPr b="0" lang="es-MX" sz="2000" spc="-1" strike="noStrike">
                <a:solidFill>
                  <a:schemeClr val="dk1"/>
                </a:solidFill>
                <a:latin typeface="Gill Sans MT"/>
              </a:rPr>
              <a:t>4</a:t>
            </a:r>
            <a:r>
              <a:rPr b="0" lang="es-MX" sz="2400" spc="-1" strike="noStrike">
                <a:solidFill>
                  <a:schemeClr val="dk1"/>
                </a:solidFill>
                <a:latin typeface="Gill Sans MT"/>
              </a:rPr>
              <a:t> en la ALU → se obtiene la dirección de memoria.</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defTabSz="457200">
              <a:lnSpc>
                <a:spcPct val="100000"/>
              </a:lnSpc>
            </a:pPr>
            <a:r>
              <a:rPr b="0" lang="es-MX" sz="2400" spc="-1" strike="noStrike">
                <a:solidFill>
                  <a:schemeClr val="dk1"/>
                </a:solidFill>
                <a:latin typeface="Gill Sans MT"/>
              </a:rPr>
              <a:t>La memoria devuelve el valor.</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defTabSz="457200">
              <a:lnSpc>
                <a:spcPct val="100000"/>
              </a:lnSpc>
            </a:pPr>
            <a:r>
              <a:rPr b="0" lang="es-MX" sz="2400" spc="-1" strike="noStrike">
                <a:solidFill>
                  <a:schemeClr val="dk1"/>
                </a:solidFill>
                <a:latin typeface="Gill Sans MT"/>
              </a:rPr>
              <a:t>Se escribe el valor en </a:t>
            </a:r>
            <a:r>
              <a:rPr b="0" lang="es-MX" sz="2000" spc="-1" strike="noStrike">
                <a:solidFill>
                  <a:schemeClr val="dk1"/>
                </a:solidFill>
                <a:latin typeface="Gill Sans MT"/>
              </a:rPr>
              <a:t>$3</a:t>
            </a:r>
            <a:r>
              <a:rPr b="0" lang="es-MX" sz="2400" spc="-1" strike="noStrike">
                <a:solidFill>
                  <a:schemeClr val="dk1"/>
                </a:solidFill>
                <a:latin typeface="Gill Sans MT"/>
              </a:rPr>
              <a:t> con </a:t>
            </a:r>
            <a:r>
              <a:rPr b="0" lang="es-MX" sz="2000" spc="-1" strike="noStrike">
                <a:solidFill>
                  <a:schemeClr val="dk1"/>
                </a:solidFill>
                <a:latin typeface="Gill Sans MT"/>
              </a:rPr>
              <a:t>RegWrite = 1</a:t>
            </a:r>
            <a:r>
              <a:rPr b="0" lang="es-MX" sz="2400" spc="-1" strike="noStrike">
                <a:solidFill>
                  <a:schemeClr val="dk1"/>
                </a:solidFill>
                <a:latin typeface="Gill Sans MT"/>
              </a:rPr>
              <a:t>.</a:t>
            </a:r>
            <a:endParaRPr b="0" lang="en-US" sz="2400" spc="-1" strike="noStrike">
              <a:solidFill>
                <a:srgbClr val="000000"/>
              </a:solidFill>
              <a:latin typeface="Arial"/>
            </a:endParaRPr>
          </a:p>
        </p:txBody>
      </p:sp>
      <p:pic>
        <p:nvPicPr>
          <p:cNvPr id="149" name="Picture 2" descr=""/>
          <p:cNvPicPr/>
          <p:nvPr/>
        </p:nvPicPr>
        <p:blipFill>
          <a:blip r:embed="rId1"/>
          <a:stretch/>
        </p:blipFill>
        <p:spPr>
          <a:xfrm>
            <a:off x="5799960" y="2623320"/>
            <a:ext cx="6241320" cy="33753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51" name="TextBox 8"/>
          <p:cNvSpPr/>
          <p:nvPr/>
        </p:nvSpPr>
        <p:spPr>
          <a:xfrm>
            <a:off x="761760" y="962280"/>
            <a:ext cx="79970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800" spc="-1" strike="noStrike">
                <a:solidFill>
                  <a:schemeClr val="lt1"/>
                </a:solidFill>
                <a:latin typeface="Gill Sans MT"/>
              </a:rPr>
              <a:t>Señales y flujos en el procesador</a:t>
            </a:r>
            <a:endParaRPr b="0" lang="en-US" sz="2800" spc="-1" strike="noStrike">
              <a:solidFill>
                <a:srgbClr val="000000"/>
              </a:solidFill>
              <a:latin typeface="Arial"/>
            </a:endParaRPr>
          </a:p>
        </p:txBody>
      </p:sp>
      <p:graphicFrame>
        <p:nvGraphicFramePr>
          <p:cNvPr id="152" name="Table 1"/>
          <p:cNvGraphicFramePr/>
          <p:nvPr/>
        </p:nvGraphicFramePr>
        <p:xfrm>
          <a:off x="580680" y="2079360"/>
          <a:ext cx="11029680" cy="4296240"/>
        </p:xfrm>
        <a:graphic>
          <a:graphicData uri="http://schemas.openxmlformats.org/drawingml/2006/table">
            <a:tbl>
              <a:tblPr/>
              <a:tblGrid>
                <a:gridCol w="1761120"/>
                <a:gridCol w="4834800"/>
                <a:gridCol w="4433400"/>
              </a:tblGrid>
              <a:tr h="592560">
                <a:tc>
                  <a:txBody>
                    <a:bodyPr anchor="ctr">
                      <a:noAutofit/>
                    </a:bodyPr>
                    <a:p>
                      <a:pPr defTabSz="457200">
                        <a:lnSpc>
                          <a:spcPct val="100000"/>
                        </a:lnSpc>
                      </a:pPr>
                      <a:r>
                        <a:rPr b="1" lang="es-GT" sz="1800" spc="-1" strike="noStrike">
                          <a:solidFill>
                            <a:schemeClr val="dk1"/>
                          </a:solidFill>
                          <a:latin typeface="Gill Sans MT"/>
                        </a:rPr>
                        <a:t>Señal</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1" lang="es-GT" sz="1800" spc="-1" strike="noStrike">
                          <a:solidFill>
                            <a:schemeClr val="dk1"/>
                          </a:solidFill>
                          <a:latin typeface="Gill Sans MT"/>
                        </a:rPr>
                        <a:t>Función</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1" lang="es-GT" sz="1800" spc="-1" strike="noStrike">
                          <a:solidFill>
                            <a:schemeClr val="dk1"/>
                          </a:solidFill>
                          <a:latin typeface="Gill Sans MT"/>
                        </a:rPr>
                        <a:t>Ejemplo práctico</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36800">
                <a:tc>
                  <a:txBody>
                    <a:bodyPr anchor="ctr">
                      <a:noAutofit/>
                    </a:bodyPr>
                    <a:p>
                      <a:pPr defTabSz="457200">
                        <a:lnSpc>
                          <a:spcPct val="100000"/>
                        </a:lnSpc>
                      </a:pPr>
                      <a:r>
                        <a:rPr b="0" lang="es-GT" sz="1800" spc="-1" strike="noStrike">
                          <a:solidFill>
                            <a:schemeClr val="dk1"/>
                          </a:solidFill>
                          <a:latin typeface="Gill Sans MT"/>
                        </a:rPr>
                        <a:t>RegWrite</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MX" sz="1800" spc="-1" strike="noStrike">
                          <a:solidFill>
                            <a:schemeClr val="dk1"/>
                          </a:solidFill>
                          <a:latin typeface="Gill Sans MT"/>
                        </a:rPr>
                        <a:t>Permite escribir un valor en un registro</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MX" sz="1800" spc="-1" strike="noStrike">
                          <a:solidFill>
                            <a:schemeClr val="dk1"/>
                          </a:solidFill>
                          <a:latin typeface="Gill Sans MT"/>
                        </a:rPr>
                        <a:t>En </a:t>
                      </a:r>
                      <a:r>
                        <a:rPr b="0" lang="es-MX" sz="1800" spc="-1" strike="noStrike">
                          <a:solidFill>
                            <a:schemeClr val="dk1"/>
                          </a:solidFill>
                          <a:latin typeface="Courier New"/>
                        </a:rPr>
                        <a:t>ADD $3, $1, $2</a:t>
                      </a:r>
                      <a:r>
                        <a:rPr b="0" lang="es-MX" sz="1800" spc="-1" strike="noStrike">
                          <a:solidFill>
                            <a:schemeClr val="dk1"/>
                          </a:solidFill>
                          <a:latin typeface="Gill Sans MT"/>
                        </a:rPr>
                        <a:t>,  RegWrite = 1 para </a:t>
                      </a:r>
                      <a:r>
                        <a:rPr b="0" lang="es-MX" sz="1800" spc="-1" strike="noStrike">
                          <a:solidFill>
                            <a:schemeClr val="dk1"/>
                          </a:solidFill>
                          <a:latin typeface="Courier New"/>
                        </a:rPr>
                        <a:t>$3</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36800">
                <a:tc>
                  <a:txBody>
                    <a:bodyPr anchor="ctr">
                      <a:noAutofit/>
                    </a:bodyPr>
                    <a:p>
                      <a:pPr defTabSz="457200">
                        <a:lnSpc>
                          <a:spcPct val="100000"/>
                        </a:lnSpc>
                      </a:pPr>
                      <a:r>
                        <a:rPr b="0" lang="es-GT" sz="1800" spc="-1" strike="noStrike">
                          <a:solidFill>
                            <a:schemeClr val="dk1"/>
                          </a:solidFill>
                          <a:latin typeface="Gill Sans MT"/>
                        </a:rPr>
                        <a:t>ALUSrc</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GT" sz="1800" spc="-1" strike="noStrike">
                          <a:solidFill>
                            <a:schemeClr val="dk1"/>
                          </a:solidFill>
                          <a:latin typeface="Gill Sans MT"/>
                        </a:rPr>
                        <a:t>Selecciona si la ALU recibe un registro o un inmediato</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MX" sz="1800" spc="-1" strike="noStrike">
                          <a:solidFill>
                            <a:schemeClr val="dk1"/>
                          </a:solidFill>
                          <a:latin typeface="Gill Sans MT"/>
                        </a:rPr>
                        <a:t>En </a:t>
                      </a:r>
                      <a:r>
                        <a:rPr b="0" lang="es-MX" sz="1800" spc="-1" strike="noStrike">
                          <a:solidFill>
                            <a:schemeClr val="dk1"/>
                          </a:solidFill>
                          <a:latin typeface="Courier New"/>
                        </a:rPr>
                        <a:t>ADDI $9, $8, 10</a:t>
                      </a:r>
                      <a:r>
                        <a:rPr b="0" lang="es-MX" sz="1800" spc="-1" strike="noStrike">
                          <a:solidFill>
                            <a:schemeClr val="dk1"/>
                          </a:solidFill>
                          <a:latin typeface="Gill Sans MT"/>
                        </a:rPr>
                        <a:t>,  ALUSrc = 1 para usar el inmediato 10</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36800">
                <a:tc>
                  <a:txBody>
                    <a:bodyPr anchor="ctr">
                      <a:noAutofit/>
                    </a:bodyPr>
                    <a:p>
                      <a:pPr defTabSz="457200">
                        <a:lnSpc>
                          <a:spcPct val="100000"/>
                        </a:lnSpc>
                      </a:pPr>
                      <a:r>
                        <a:rPr b="0" lang="es-GT" sz="1800" spc="-1" strike="noStrike">
                          <a:solidFill>
                            <a:schemeClr val="dk1"/>
                          </a:solidFill>
                          <a:latin typeface="Gill Sans MT"/>
                        </a:rPr>
                        <a:t>RegDst</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GT" sz="1800" spc="-1" strike="noStrike">
                          <a:solidFill>
                            <a:schemeClr val="dk1"/>
                          </a:solidFill>
                          <a:latin typeface="Gill Sans MT"/>
                        </a:rPr>
                        <a:t>Selecciona si el registro destino viene de </a:t>
                      </a:r>
                      <a:r>
                        <a:rPr b="0" lang="es-GT" sz="1800" spc="-1" strike="noStrike">
                          <a:solidFill>
                            <a:schemeClr val="dk1"/>
                          </a:solidFill>
                          <a:latin typeface="Courier New"/>
                        </a:rPr>
                        <a:t>rd</a:t>
                      </a:r>
                      <a:r>
                        <a:rPr b="0" lang="es-GT" sz="1800" spc="-1" strike="noStrike">
                          <a:solidFill>
                            <a:schemeClr val="dk1"/>
                          </a:solidFill>
                          <a:latin typeface="Gill Sans MT"/>
                        </a:rPr>
                        <a:t> o </a:t>
                      </a:r>
                      <a:r>
                        <a:rPr b="0" lang="es-GT" sz="1800" spc="-1" strike="noStrike">
                          <a:solidFill>
                            <a:schemeClr val="dk1"/>
                          </a:solidFill>
                          <a:latin typeface="Courier New"/>
                        </a:rPr>
                        <a:t>rt</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GT" sz="1800" spc="-1" strike="noStrike">
                          <a:solidFill>
                            <a:schemeClr val="dk1"/>
                          </a:solidFill>
                          <a:latin typeface="Gill Sans MT"/>
                        </a:rPr>
                        <a:t>R-type: RegDst=1 → usa </a:t>
                      </a:r>
                      <a:r>
                        <a:rPr b="0" lang="es-GT" sz="1800" spc="-1" strike="noStrike">
                          <a:solidFill>
                            <a:schemeClr val="dk1"/>
                          </a:solidFill>
                          <a:latin typeface="Courier New"/>
                        </a:rPr>
                        <a:t>rd</a:t>
                      </a:r>
                      <a:r>
                        <a:rPr b="0" lang="es-GT" sz="1800" spc="-1" strike="noStrike">
                          <a:solidFill>
                            <a:schemeClr val="dk1"/>
                          </a:solidFill>
                          <a:latin typeface="Gill Sans MT"/>
                        </a:rPr>
                        <a:t>; I-type: RegDst=0 → usa </a:t>
                      </a:r>
                      <a:r>
                        <a:rPr b="0" lang="es-GT" sz="1800" spc="-1" strike="noStrike">
                          <a:solidFill>
                            <a:schemeClr val="dk1"/>
                          </a:solidFill>
                          <a:latin typeface="Courier New"/>
                        </a:rPr>
                        <a:t>rt</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92560">
                <a:tc>
                  <a:txBody>
                    <a:bodyPr anchor="ctr">
                      <a:noAutofit/>
                    </a:bodyPr>
                    <a:p>
                      <a:pPr defTabSz="457200">
                        <a:lnSpc>
                          <a:spcPct val="100000"/>
                        </a:lnSpc>
                      </a:pPr>
                      <a:r>
                        <a:rPr b="0" lang="es-GT" sz="1800" spc="-1" strike="noStrike">
                          <a:solidFill>
                            <a:schemeClr val="dk1"/>
                          </a:solidFill>
                          <a:latin typeface="Gill Sans MT"/>
                        </a:rPr>
                        <a:t>Jump</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es-GT" sz="1800" spc="-1" strike="noStrike">
                          <a:solidFill>
                            <a:schemeClr val="dk1"/>
                          </a:solidFill>
                          <a:latin typeface="Gill Sans MT"/>
                        </a:rPr>
                        <a:t>Activa un salto incondicional</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457200">
                        <a:lnSpc>
                          <a:spcPct val="100000"/>
                        </a:lnSpc>
                      </a:pPr>
                      <a:r>
                        <a:rPr b="0" lang="da-DK" sz="1800" spc="-1" strike="noStrike">
                          <a:solidFill>
                            <a:schemeClr val="dk1"/>
                          </a:solidFill>
                          <a:latin typeface="Gill Sans MT"/>
                        </a:rPr>
                        <a:t>En </a:t>
                      </a:r>
                      <a:r>
                        <a:rPr b="0" lang="da-DK" sz="1800" spc="-1" strike="noStrike">
                          <a:solidFill>
                            <a:schemeClr val="dk1"/>
                          </a:solidFill>
                          <a:latin typeface="Courier New"/>
                        </a:rPr>
                        <a:t>J 1000</a:t>
                      </a:r>
                      <a:r>
                        <a:rPr b="0" lang="da-DK" sz="1800" spc="-1" strike="noStrike">
                          <a:solidFill>
                            <a:schemeClr val="dk1"/>
                          </a:solidFill>
                          <a:latin typeface="Gill Sans MT"/>
                        </a:rPr>
                        <a:t>, Jump=1 → PC = 1000</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54"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55"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chemeClr val="lt1"/>
                </a:solidFill>
                <a:latin typeface="Gill Sans MT"/>
              </a:rPr>
              <a:t>MIPS (Microprocessor without Interlocked Pipeline Stages)</a:t>
            </a:r>
            <a:endParaRPr b="0" lang="en-US" sz="2800" spc="-1" strike="noStrike">
              <a:solidFill>
                <a:srgbClr val="000000"/>
              </a:solidFill>
              <a:latin typeface="Arial"/>
            </a:endParaRPr>
          </a:p>
        </p:txBody>
      </p:sp>
      <p:pic>
        <p:nvPicPr>
          <p:cNvPr id="156" name="Picture 5" descr="A diagram of a computer&#10;&#10;AI-generated content may be incorrect."/>
          <p:cNvPicPr/>
          <p:nvPr/>
        </p:nvPicPr>
        <p:blipFill>
          <a:blip r:embed="rId1"/>
          <a:stretch/>
        </p:blipFill>
        <p:spPr>
          <a:xfrm>
            <a:off x="0" y="2356560"/>
            <a:ext cx="12191760" cy="37717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5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59"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Program Counter (PC)</a:t>
            </a:r>
            <a:endParaRPr b="0" lang="en-US" sz="2800" spc="-1" strike="noStrike">
              <a:solidFill>
                <a:srgbClr val="000000"/>
              </a:solidFill>
              <a:latin typeface="Arial"/>
            </a:endParaRPr>
          </a:p>
        </p:txBody>
      </p:sp>
      <p:sp>
        <p:nvSpPr>
          <p:cNvPr id="160" name="TextBox 6"/>
          <p:cNvSpPr/>
          <p:nvPr/>
        </p:nvSpPr>
        <p:spPr>
          <a:xfrm>
            <a:off x="415800" y="1950480"/>
            <a:ext cx="11194920" cy="283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000" spc="-1" strike="noStrike">
                <a:solidFill>
                  <a:schemeClr val="dk1"/>
                </a:solidFill>
                <a:latin typeface="Gill Sans MT"/>
              </a:rPr>
              <a:t>Concepto del PC</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El PC es un registro especial que apunta a la dirección de la instrucción que se ejecutará en el siguiente ciclo.</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Cada instrucción en memoria tiene una dirección (normalmente en múltiplos de 4 bytes).</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En cada ciclo, el PC avanza automáticamente para apuntar a la siguiente instrucción, salvo que haya un salto</a:t>
            </a:r>
            <a:r>
              <a:rPr b="1" lang="es-MX" sz="2000" spc="-1" strike="noStrike">
                <a:solidFill>
                  <a:schemeClr val="dk1"/>
                </a:solidFill>
                <a:latin typeface="Gill Sans MT"/>
              </a:rPr>
              <a:t>.</a:t>
            </a:r>
            <a:endParaRPr b="0" lang="en-US" sz="2000" spc="-1" strike="noStrike">
              <a:solidFill>
                <a:srgbClr val="000000"/>
              </a:solidFill>
              <a:latin typeface="Arial"/>
            </a:endParaRPr>
          </a:p>
        </p:txBody>
      </p:sp>
      <p:pic>
        <p:nvPicPr>
          <p:cNvPr id="161" name="Picture 8" descr=""/>
          <p:cNvPicPr/>
          <p:nvPr/>
        </p:nvPicPr>
        <p:blipFill>
          <a:blip r:embed="rId1"/>
          <a:stretch/>
        </p:blipFill>
        <p:spPr>
          <a:xfrm>
            <a:off x="800280" y="5019840"/>
            <a:ext cx="10810440" cy="10342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63"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64"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Memoria de instrucciones (IMEM)</a:t>
            </a:r>
            <a:endParaRPr b="0" lang="en-US" sz="2800" spc="-1" strike="noStrike">
              <a:solidFill>
                <a:srgbClr val="000000"/>
              </a:solidFill>
              <a:latin typeface="Arial"/>
            </a:endParaRPr>
          </a:p>
        </p:txBody>
      </p:sp>
      <p:sp>
        <p:nvSpPr>
          <p:cNvPr id="165" name="TextBox 6"/>
          <p:cNvSpPr/>
          <p:nvPr/>
        </p:nvSpPr>
        <p:spPr>
          <a:xfrm>
            <a:off x="415800" y="2175120"/>
            <a:ext cx="11194920" cy="252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000" spc="-1" strike="noStrike">
                <a:solidFill>
                  <a:schemeClr val="dk1"/>
                </a:solidFill>
                <a:latin typeface="Gill Sans MT"/>
              </a:rPr>
              <a:t>Concepto de IMEM</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La Instruction Memory (IMEM) es una ROM que contiene todas las instrucciones del programa.</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La dirección de acceso viene directamente del PC.</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Una vez leída, la instrucción se envía al decodificador.</a:t>
            </a:r>
            <a:endParaRPr b="0" lang="en-US" sz="2000" spc="-1" strike="noStrike">
              <a:solidFill>
                <a:srgbClr val="000000"/>
              </a:solidFill>
              <a:latin typeface="Arial"/>
            </a:endParaRPr>
          </a:p>
        </p:txBody>
      </p:sp>
      <p:pic>
        <p:nvPicPr>
          <p:cNvPr id="166" name="Picture 9" descr=""/>
          <p:cNvPicPr/>
          <p:nvPr/>
        </p:nvPicPr>
        <p:blipFill>
          <a:blip r:embed="rId1"/>
          <a:stretch/>
        </p:blipFill>
        <p:spPr>
          <a:xfrm>
            <a:off x="505800" y="4969800"/>
            <a:ext cx="11179800" cy="8262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6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69"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Decodificación de la instrucción en la Control Unit</a:t>
            </a:r>
            <a:endParaRPr b="0" lang="en-US" sz="2800" spc="-1" strike="noStrike">
              <a:solidFill>
                <a:srgbClr val="000000"/>
              </a:solidFill>
              <a:latin typeface="Arial"/>
            </a:endParaRPr>
          </a:p>
        </p:txBody>
      </p:sp>
      <p:sp>
        <p:nvSpPr>
          <p:cNvPr id="170" name="TextBox 6"/>
          <p:cNvSpPr/>
          <p:nvPr/>
        </p:nvSpPr>
        <p:spPr>
          <a:xfrm>
            <a:off x="415800" y="1950480"/>
            <a:ext cx="11194920" cy="4053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s-MX" sz="2000" spc="-1" strike="noStrike">
                <a:solidFill>
                  <a:schemeClr val="dk1"/>
                </a:solidFill>
                <a:latin typeface="Gill Sans MT"/>
              </a:rPr>
              <a:t>La instrucción sale de la IMEM y se divide en campos:</a:t>
            </a: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opcode → identifica tipo de instrucción (R, I, J)</a:t>
            </a: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rs, rt, rd → registros fuente y destino</a:t>
            </a:r>
            <a:endParaRPr b="0" lang="en-US" sz="2000" spc="-1" strike="noStrike">
              <a:solidFill>
                <a:srgbClr val="000000"/>
              </a:solidFill>
              <a:latin typeface="Arial"/>
            </a:endParaRPr>
          </a:p>
          <a:p>
            <a:pPr marL="343080" indent="-343080" defTabSz="457200">
              <a:lnSpc>
                <a:spcPct val="100000"/>
              </a:lnSpc>
              <a:buClr>
                <a:srgbClr val="000000"/>
              </a:buClr>
              <a:buFont typeface="Arial"/>
              <a:buChar char="•"/>
            </a:pPr>
            <a:r>
              <a:rPr b="0" lang="es-MX" sz="2000" spc="-1" strike="noStrike">
                <a:solidFill>
                  <a:schemeClr val="dk1"/>
                </a:solidFill>
                <a:latin typeface="Gill Sans MT"/>
              </a:rPr>
              <a:t>immediate → valor inmediato para instrucciones tipo I</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defTabSz="457200">
              <a:lnSpc>
                <a:spcPct val="100000"/>
              </a:lnSpc>
            </a:pPr>
            <a:r>
              <a:rPr b="1" lang="es-MX" sz="2000" spc="-1" strike="noStrike">
                <a:solidFill>
                  <a:schemeClr val="dk1"/>
                </a:solidFill>
                <a:latin typeface="Gill Sans MT"/>
              </a:rPr>
              <a:t>Señales que genera la Control Unit:</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a:p>
            <a:pPr marL="285840" indent="-285840" defTabSz="457200">
              <a:lnSpc>
                <a:spcPct val="100000"/>
              </a:lnSpc>
              <a:buClr>
                <a:srgbClr val="000000"/>
              </a:buClr>
              <a:buFont typeface="Arial"/>
              <a:buChar char="•"/>
            </a:pPr>
            <a:r>
              <a:rPr b="0" lang="es-MX" sz="2000" spc="-1" strike="noStrike">
                <a:solidFill>
                  <a:schemeClr val="dk1"/>
                </a:solidFill>
                <a:latin typeface="Gill Sans MT"/>
              </a:rPr>
              <a:t>RegDst → indica cuál registro es el destino</a:t>
            </a:r>
            <a:endParaRPr b="0" lang="en-US" sz="2000" spc="-1" strike="noStrike">
              <a:solidFill>
                <a:srgbClr val="000000"/>
              </a:solidFill>
              <a:latin typeface="Arial"/>
            </a:endParaRPr>
          </a:p>
          <a:p>
            <a:pPr marL="285840" indent="-285840" defTabSz="457200">
              <a:lnSpc>
                <a:spcPct val="100000"/>
              </a:lnSpc>
              <a:buClr>
                <a:srgbClr val="000000"/>
              </a:buClr>
              <a:buFont typeface="Arial"/>
              <a:buChar char="•"/>
            </a:pPr>
            <a:r>
              <a:rPr b="0" lang="es-MX" sz="2000" spc="-1" strike="noStrike">
                <a:solidFill>
                  <a:schemeClr val="dk1"/>
                </a:solidFill>
                <a:latin typeface="Gill Sans MT"/>
              </a:rPr>
              <a:t>ALUSrc → indica si la ALU toma un registro o un inmediato</a:t>
            </a:r>
            <a:endParaRPr b="0" lang="en-US" sz="2000" spc="-1" strike="noStrike">
              <a:solidFill>
                <a:srgbClr val="000000"/>
              </a:solidFill>
              <a:latin typeface="Arial"/>
            </a:endParaRPr>
          </a:p>
          <a:p>
            <a:pPr marL="285840" indent="-285840" defTabSz="457200">
              <a:lnSpc>
                <a:spcPct val="100000"/>
              </a:lnSpc>
              <a:buClr>
                <a:srgbClr val="000000"/>
              </a:buClr>
              <a:buFont typeface="Arial"/>
              <a:buChar char="•"/>
            </a:pPr>
            <a:r>
              <a:rPr b="0" lang="es-MX" sz="2000" spc="-1" strike="noStrike">
                <a:solidFill>
                  <a:schemeClr val="dk1"/>
                </a:solidFill>
                <a:latin typeface="Gill Sans MT"/>
              </a:rPr>
              <a:t>RegWrite → habilita la escritura en el registro destino</a:t>
            </a:r>
            <a:endParaRPr b="0" lang="en-US" sz="2000" spc="-1" strike="noStrike">
              <a:solidFill>
                <a:srgbClr val="000000"/>
              </a:solidFill>
              <a:latin typeface="Arial"/>
            </a:endParaRPr>
          </a:p>
          <a:p>
            <a:pPr marL="285840" indent="-285840" defTabSz="457200">
              <a:lnSpc>
                <a:spcPct val="100000"/>
              </a:lnSpc>
              <a:buClr>
                <a:srgbClr val="000000"/>
              </a:buClr>
              <a:buFont typeface="Arial"/>
              <a:buChar char="•"/>
            </a:pPr>
            <a:r>
              <a:rPr b="0" lang="es-MX" sz="2000" spc="-1" strike="noStrike">
                <a:solidFill>
                  <a:schemeClr val="dk1"/>
                </a:solidFill>
                <a:latin typeface="Gill Sans MT"/>
              </a:rPr>
              <a:t>ALUOp → indica la operación que la ALU debe realizar</a:t>
            </a:r>
            <a:endParaRPr b="0" lang="en-US" sz="2000" spc="-1" strike="noStrike">
              <a:solidFill>
                <a:srgbClr val="000000"/>
              </a:solidFill>
              <a:latin typeface="Arial"/>
            </a:endParaRPr>
          </a:p>
          <a:p>
            <a:pPr marL="285840" indent="-285840" defTabSz="457200">
              <a:lnSpc>
                <a:spcPct val="100000"/>
              </a:lnSpc>
              <a:buClr>
                <a:srgbClr val="000000"/>
              </a:buClr>
              <a:buFont typeface="Arial"/>
              <a:buChar char="•"/>
            </a:pPr>
            <a:r>
              <a:rPr b="0" lang="es-MX" sz="2000" spc="-1" strike="noStrike">
                <a:solidFill>
                  <a:schemeClr val="dk1"/>
                </a:solidFill>
                <a:latin typeface="Gill Sans MT"/>
              </a:rPr>
              <a:t>Jump → activa salto si es instrucción tipo J</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p:txBody>
      </p:sp>
      <p:pic>
        <p:nvPicPr>
          <p:cNvPr id="171" name="Picture 5" descr=""/>
          <p:cNvPicPr/>
          <p:nvPr/>
        </p:nvPicPr>
        <p:blipFill>
          <a:blip r:embed="rId1"/>
          <a:stretch/>
        </p:blipFill>
        <p:spPr>
          <a:xfrm>
            <a:off x="2023560" y="5820840"/>
            <a:ext cx="8144640" cy="9108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73"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74"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ALU Control</a:t>
            </a:r>
            <a:endParaRPr b="0" lang="en-US" sz="2800" spc="-1" strike="noStrike">
              <a:solidFill>
                <a:srgbClr val="000000"/>
              </a:solidFill>
              <a:latin typeface="Arial"/>
            </a:endParaRPr>
          </a:p>
        </p:txBody>
      </p:sp>
      <p:sp>
        <p:nvSpPr>
          <p:cNvPr id="175" name="TextBox 6"/>
          <p:cNvSpPr/>
          <p:nvPr/>
        </p:nvSpPr>
        <p:spPr>
          <a:xfrm>
            <a:off x="415800" y="1950480"/>
            <a:ext cx="11194920" cy="228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400" spc="-1" strike="noStrike">
                <a:solidFill>
                  <a:schemeClr val="dk1"/>
                </a:solidFill>
                <a:latin typeface="Gill Sans MT"/>
              </a:rPr>
              <a:t>La Control Unit genera ALUOp:</a:t>
            </a:r>
            <a:endParaRPr b="0" lang="en-US" sz="2400" spc="-1" strike="noStrike">
              <a:solidFill>
                <a:srgbClr val="000000"/>
              </a:solidFill>
              <a:latin typeface="Arial"/>
            </a:endParaRPr>
          </a:p>
          <a:p>
            <a:pPr marL="285840" indent="-285840" defTabSz="457200">
              <a:lnSpc>
                <a:spcPct val="100000"/>
              </a:lnSpc>
              <a:buClr>
                <a:srgbClr val="000000"/>
              </a:buClr>
              <a:buFont typeface="Arial"/>
              <a:buChar char="•"/>
            </a:pPr>
            <a:r>
              <a:rPr b="0" lang="es-MX" sz="2400" spc="-1" strike="noStrike">
                <a:solidFill>
                  <a:schemeClr val="dk1"/>
                </a:solidFill>
                <a:latin typeface="Gill Sans MT"/>
              </a:rPr>
              <a:t>00 → instrucción tipo I (como ADDI o MOVI)</a:t>
            </a:r>
            <a:endParaRPr b="0" lang="en-US" sz="2400" spc="-1" strike="noStrike">
              <a:solidFill>
                <a:srgbClr val="000000"/>
              </a:solidFill>
              <a:latin typeface="Arial"/>
            </a:endParaRPr>
          </a:p>
          <a:p>
            <a:pPr marL="285840" indent="-285840" defTabSz="457200">
              <a:lnSpc>
                <a:spcPct val="100000"/>
              </a:lnSpc>
              <a:buClr>
                <a:srgbClr val="000000"/>
              </a:buClr>
              <a:buFont typeface="Arial"/>
              <a:buChar char="•"/>
            </a:pPr>
            <a:r>
              <a:rPr b="0" lang="es-MX" sz="2400" spc="-1" strike="noStrike">
                <a:solidFill>
                  <a:schemeClr val="dk1"/>
                </a:solidFill>
                <a:latin typeface="Gill Sans MT"/>
              </a:rPr>
              <a:t>10 → instrucción tipo R</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defTabSz="457200">
              <a:lnSpc>
                <a:spcPct val="100000"/>
              </a:lnSpc>
            </a:pPr>
            <a:r>
              <a:rPr b="0" lang="es-MX" sz="2400" spc="-1" strike="noStrike">
                <a:solidFill>
                  <a:schemeClr val="dk1"/>
                </a:solidFill>
                <a:latin typeface="Gill Sans MT"/>
              </a:rPr>
              <a:t>La ALU Control combina ALUOp con el campo funct de la instrucción (para instrucciones R) y genera alu_control.</a:t>
            </a:r>
            <a:endParaRPr b="0" lang="en-US" sz="2400" spc="-1" strike="noStrike">
              <a:solidFill>
                <a:srgbClr val="000000"/>
              </a:solidFill>
              <a:latin typeface="Arial"/>
            </a:endParaRPr>
          </a:p>
        </p:txBody>
      </p:sp>
      <p:pic>
        <p:nvPicPr>
          <p:cNvPr id="176" name="Picture 7" descr=""/>
          <p:cNvPicPr/>
          <p:nvPr/>
        </p:nvPicPr>
        <p:blipFill>
          <a:blip r:embed="rId1"/>
          <a:stretch/>
        </p:blipFill>
        <p:spPr>
          <a:xfrm>
            <a:off x="1461960" y="4436280"/>
            <a:ext cx="9102240" cy="21326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7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79"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ALU</a:t>
            </a:r>
            <a:endParaRPr b="0" lang="en-US" sz="2800" spc="-1" strike="noStrike">
              <a:solidFill>
                <a:srgbClr val="000000"/>
              </a:solidFill>
              <a:latin typeface="Arial"/>
            </a:endParaRPr>
          </a:p>
        </p:txBody>
      </p:sp>
      <p:sp>
        <p:nvSpPr>
          <p:cNvPr id="180" name="TextBox 6"/>
          <p:cNvSpPr/>
          <p:nvPr/>
        </p:nvSpPr>
        <p:spPr>
          <a:xfrm>
            <a:off x="268560" y="2408400"/>
            <a:ext cx="11194920" cy="3747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400" spc="-1" strike="noStrike">
                <a:solidFill>
                  <a:schemeClr val="dk1"/>
                </a:solidFill>
                <a:latin typeface="Gill Sans MT"/>
              </a:rPr>
              <a:t>La ALU recibe tres cosas principales:</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1" lang="es-MX" sz="2400" spc="-1" strike="noStrike">
                <a:solidFill>
                  <a:schemeClr val="dk1"/>
                </a:solidFill>
                <a:latin typeface="Gill Sans MT"/>
              </a:rPr>
              <a:t>src1 [31:0] → primer operando</a:t>
            </a:r>
            <a:endParaRPr b="0" lang="en-US" sz="2400" spc="-1" strike="noStrike">
              <a:solidFill>
                <a:srgbClr val="000000"/>
              </a:solidFill>
              <a:latin typeface="Arial"/>
            </a:endParaRPr>
          </a:p>
          <a:p>
            <a:pPr lvl="1" marL="800280" indent="-343080" defTabSz="457200">
              <a:lnSpc>
                <a:spcPct val="100000"/>
              </a:lnSpc>
              <a:buClr>
                <a:srgbClr val="000000"/>
              </a:buClr>
              <a:buFont typeface="Arial"/>
              <a:buChar char="•"/>
            </a:pPr>
            <a:r>
              <a:rPr b="0" lang="es-MX" sz="2400" spc="-1" strike="noStrike">
                <a:solidFill>
                  <a:schemeClr val="dk1"/>
                </a:solidFill>
                <a:latin typeface="Gill Sans MT"/>
              </a:rPr>
              <a:t>Normalmente viene del registro rs.</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1" lang="es-MX" sz="2400" spc="-1" strike="noStrike">
                <a:solidFill>
                  <a:schemeClr val="dk1"/>
                </a:solidFill>
                <a:latin typeface="Gill Sans MT"/>
              </a:rPr>
              <a:t>src2 [31:0] → segundo operando</a:t>
            </a:r>
            <a:endParaRPr b="0" lang="en-US" sz="2400" spc="-1" strike="noStrike">
              <a:solidFill>
                <a:srgbClr val="000000"/>
              </a:solidFill>
              <a:latin typeface="Arial"/>
            </a:endParaRPr>
          </a:p>
          <a:p>
            <a:pPr lvl="1" marL="800280" indent="-343080" defTabSz="457200">
              <a:lnSpc>
                <a:spcPct val="100000"/>
              </a:lnSpc>
              <a:buClr>
                <a:srgbClr val="000000"/>
              </a:buClr>
              <a:buFont typeface="Arial"/>
              <a:buChar char="•"/>
            </a:pPr>
            <a:r>
              <a:rPr b="0" lang="es-MX" sz="2400" spc="-1" strike="noStrike">
                <a:solidFill>
                  <a:schemeClr val="dk1"/>
                </a:solidFill>
                <a:latin typeface="Gill Sans MT"/>
              </a:rPr>
              <a:t>Puede ser el registro rt o un valor inmediato, según la señal ALUSrc de la Control Unit.</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1" lang="es-MX" sz="2400" spc="-1" strike="noStrike">
                <a:solidFill>
                  <a:schemeClr val="dk1"/>
                </a:solidFill>
                <a:latin typeface="Gill Sans MT"/>
              </a:rPr>
              <a:t>alu_control [3:0] → operación a realizar</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	</a:t>
            </a:r>
            <a:r>
              <a:rPr b="0" lang="es-MX" sz="2400" spc="-1" strike="noStrike">
                <a:solidFill>
                  <a:schemeClr val="dk1"/>
                </a:solidFill>
                <a:latin typeface="Gill Sans MT"/>
              </a:rPr>
              <a:t>	</a:t>
            </a:r>
            <a:r>
              <a:rPr b="0" lang="es-MX" sz="2400" spc="-1" strike="noStrike">
                <a:solidFill>
                  <a:schemeClr val="dk1"/>
                </a:solidFill>
                <a:latin typeface="Gill Sans MT"/>
              </a:rPr>
              <a:t>Viene directamente de la ALU Control.</a:t>
            </a:r>
            <a:endParaRPr b="0" lang="en-US" sz="2400" spc="-1" strike="noStrike">
              <a:solidFill>
                <a:srgbClr val="000000"/>
              </a:solidFill>
              <a:latin typeface="Arial"/>
            </a:endParaRPr>
          </a:p>
          <a:p>
            <a:pPr lvl="1" marL="800280" indent="-343080" defTabSz="457200">
              <a:lnSpc>
                <a:spcPct val="100000"/>
              </a:lnSpc>
              <a:buClr>
                <a:srgbClr val="000000"/>
              </a:buClr>
              <a:buFont typeface="Arial"/>
              <a:buChar char="•"/>
            </a:pPr>
            <a:r>
              <a:rPr b="0" lang="es-MX" sz="2400" spc="-1" strike="noStrike">
                <a:solidFill>
                  <a:schemeClr val="dk1"/>
                </a:solidFill>
                <a:latin typeface="Gill Sans MT"/>
              </a:rPr>
              <a:t>Indica a la ALU qué operación hacer con src1 y src2.</a:t>
            </a:r>
            <a:endParaRPr b="0" lang="en-US" sz="2400" spc="-1" strike="noStrike">
              <a:solidFill>
                <a:srgbClr val="000000"/>
              </a:solidFill>
              <a:latin typeface="Arial"/>
            </a:endParaRPr>
          </a:p>
        </p:txBody>
      </p:sp>
      <p:pic>
        <p:nvPicPr>
          <p:cNvPr id="181" name="Picture 5" descr=""/>
          <p:cNvPicPr/>
          <p:nvPr/>
        </p:nvPicPr>
        <p:blipFill>
          <a:blip r:embed="rId1"/>
          <a:stretch/>
        </p:blipFill>
        <p:spPr>
          <a:xfrm>
            <a:off x="7097760" y="1950480"/>
            <a:ext cx="4247280" cy="21330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83"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84"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RegisterFile</a:t>
            </a:r>
            <a:endParaRPr b="0" lang="en-US" sz="2800" spc="-1" strike="noStrike">
              <a:solidFill>
                <a:srgbClr val="000000"/>
              </a:solidFill>
              <a:latin typeface="Arial"/>
            </a:endParaRPr>
          </a:p>
        </p:txBody>
      </p:sp>
      <p:sp>
        <p:nvSpPr>
          <p:cNvPr id="185" name="TextBox 6"/>
          <p:cNvSpPr/>
          <p:nvPr/>
        </p:nvSpPr>
        <p:spPr>
          <a:xfrm>
            <a:off x="415800" y="2044800"/>
            <a:ext cx="5959800" cy="4844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MX" sz="2400" spc="-1" strike="noStrike">
                <a:solidFill>
                  <a:schemeClr val="dk1"/>
                </a:solidFill>
                <a:latin typeface="Gill Sans MT"/>
              </a:rPr>
              <a:t>El RegisterFile es básicamente un banco de registros, que en MIPS:</a:t>
            </a:r>
            <a:endParaRPr b="0" lang="en-US" sz="2400" spc="-1" strike="noStrike">
              <a:solidFill>
                <a:srgbClr val="000000"/>
              </a:solidFill>
              <a:latin typeface="Arial"/>
            </a:endParaRPr>
          </a:p>
          <a:p>
            <a:pPr defTabSz="457200">
              <a:lnSpc>
                <a:spcPct val="100000"/>
              </a:lnSpc>
            </a:pP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Contiene 32 registros de 32 bits: $0 a $31.</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Permite leer dos registros simultáneamente.</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Permite escribir en un registro cuando la señal RegWrite está activa.</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El registro $0 siempre vale 0, no importa qué intentemos escribir.</a:t>
            </a:r>
            <a:endParaRPr b="0" lang="en-US" sz="2400" spc="-1" strike="noStrike">
              <a:solidFill>
                <a:srgbClr val="000000"/>
              </a:solidFill>
              <a:latin typeface="Arial"/>
            </a:endParaRPr>
          </a:p>
          <a:p>
            <a:pPr marL="343080" indent="-343080" defTabSz="457200">
              <a:lnSpc>
                <a:spcPct val="100000"/>
              </a:lnSpc>
              <a:buClr>
                <a:srgbClr val="000000"/>
              </a:buClr>
              <a:buFont typeface="Arial"/>
              <a:buChar char="•"/>
            </a:pPr>
            <a:r>
              <a:rPr b="0" lang="es-MX" sz="2400" spc="-1" strike="noStrike">
                <a:solidFill>
                  <a:schemeClr val="dk1"/>
                </a:solidFill>
                <a:latin typeface="Gill Sans MT"/>
              </a:rPr>
              <a:t>En términos de hardware, es como un array de 32 palabras de 32 bits.</a:t>
            </a:r>
            <a:endParaRPr b="0" lang="en-US" sz="2400" spc="-1" strike="noStrike">
              <a:solidFill>
                <a:srgbClr val="000000"/>
              </a:solidFill>
              <a:latin typeface="Arial"/>
            </a:endParaRPr>
          </a:p>
        </p:txBody>
      </p:sp>
      <p:pic>
        <p:nvPicPr>
          <p:cNvPr id="186" name="Picture 2" descr="The Register File - Let's Make a Redstone Computer! #3"/>
          <p:cNvPicPr/>
          <p:nvPr/>
        </p:nvPicPr>
        <p:blipFill>
          <a:blip r:embed="rId1"/>
          <a:stretch/>
        </p:blipFill>
        <p:spPr>
          <a:xfrm>
            <a:off x="6989400" y="2538360"/>
            <a:ext cx="4786560" cy="35899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Content Placeholder 1"/>
          <p:cNvSpPr/>
          <p:nvPr/>
        </p:nvSpPr>
        <p:spPr>
          <a:xfrm>
            <a:off x="415800" y="2033280"/>
            <a:ext cx="11507400" cy="4535640"/>
          </a:xfrm>
          <a:prstGeom prst="rect">
            <a:avLst/>
          </a:prstGeom>
          <a:noFill/>
          <a:ln w="0">
            <a:noFill/>
          </a:ln>
        </p:spPr>
        <p:style>
          <a:lnRef idx="0"/>
          <a:fillRef idx="0"/>
          <a:effectRef idx="0"/>
          <a:fontRef idx="minor"/>
        </p:style>
        <p:txBody>
          <a:bodyPr anchor="ctr">
            <a:normAutofit/>
          </a:bodyPr>
          <a:p>
            <a:pPr algn="ctr" defTabSz="457200">
              <a:lnSpc>
                <a:spcPct val="100000"/>
              </a:lnSpc>
              <a:spcBef>
                <a:spcPts val="360"/>
              </a:spcBef>
              <a:spcAft>
                <a:spcPts val="601"/>
              </a:spcAft>
              <a:tabLst>
                <a:tab algn="l" pos="0"/>
              </a:tabLst>
            </a:pPr>
            <a:endParaRPr b="0" lang="es-MX" sz="1800" spc="-1" strike="noStrike">
              <a:solidFill>
                <a:schemeClr val="dk2"/>
              </a:solidFill>
              <a:latin typeface="Gill Sans MT"/>
            </a:endParaRPr>
          </a:p>
        </p:txBody>
      </p:sp>
      <p:sp>
        <p:nvSpPr>
          <p:cNvPr id="188" name="TextBox 4"/>
          <p:cNvSpPr/>
          <p:nvPr/>
        </p:nvSpPr>
        <p:spPr>
          <a:xfrm>
            <a:off x="581040" y="729720"/>
            <a:ext cx="11029320" cy="987840"/>
          </a:xfrm>
          <a:prstGeom prst="rect">
            <a:avLst/>
          </a:prstGeom>
          <a:noFill/>
          <a:ln w="0">
            <a:noFill/>
          </a:ln>
        </p:spPr>
        <p:style>
          <a:lnRef idx="0"/>
          <a:fillRef idx="0"/>
          <a:effectRef idx="0"/>
          <a:fontRef idx="minor"/>
        </p:style>
        <p:txBody>
          <a:bodyPr anchor="b">
            <a:normAutofit/>
          </a:bodyPr>
          <a:p>
            <a:pPr defTabSz="457200">
              <a:lnSpc>
                <a:spcPct val="100000"/>
              </a:lnSpc>
              <a:spcAft>
                <a:spcPts val="601"/>
              </a:spcAft>
            </a:pPr>
            <a:endParaRPr b="0" lang="es-MX" sz="2800" spc="-1" strike="noStrike" cap="all">
              <a:solidFill>
                <a:schemeClr val="lt1"/>
              </a:solidFill>
              <a:latin typeface="Gill Sans MT"/>
            </a:endParaRPr>
          </a:p>
        </p:txBody>
      </p:sp>
      <p:sp>
        <p:nvSpPr>
          <p:cNvPr id="189" name="TextBox 1"/>
          <p:cNvSpPr/>
          <p:nvPr/>
        </p:nvSpPr>
        <p:spPr>
          <a:xfrm>
            <a:off x="761760" y="962280"/>
            <a:ext cx="105832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GT" sz="2800" spc="-1" strike="noStrike">
                <a:solidFill>
                  <a:schemeClr val="lt1"/>
                </a:solidFill>
                <a:latin typeface="Gill Sans MT"/>
              </a:rPr>
              <a:t>RegisterFile</a:t>
            </a:r>
            <a:endParaRPr b="0" lang="en-US" sz="2800" spc="-1" strike="noStrike">
              <a:solidFill>
                <a:srgbClr val="000000"/>
              </a:solidFill>
              <a:latin typeface="Arial"/>
            </a:endParaRPr>
          </a:p>
        </p:txBody>
      </p:sp>
      <p:graphicFrame>
        <p:nvGraphicFramePr>
          <p:cNvPr id="190" name="Table 2"/>
          <p:cNvGraphicFramePr/>
          <p:nvPr/>
        </p:nvGraphicFramePr>
        <p:xfrm>
          <a:off x="761760" y="1950480"/>
          <a:ext cx="10562760" cy="4992480"/>
        </p:xfrm>
        <a:graphic>
          <a:graphicData uri="http://schemas.openxmlformats.org/drawingml/2006/table">
            <a:tbl>
              <a:tblPr/>
              <a:tblGrid>
                <a:gridCol w="3520800"/>
                <a:gridCol w="3520800"/>
                <a:gridCol w="3520800"/>
              </a:tblGrid>
              <a:tr h="453240">
                <a:tc>
                  <a:txBody>
                    <a:bodyPr lIns="87840" rIns="87840" tIns="43920" bIns="43920" anchor="ctr">
                      <a:noAutofit/>
                    </a:bodyPr>
                    <a:p>
                      <a:pPr algn="ctr" defTabSz="457200">
                        <a:lnSpc>
                          <a:spcPct val="100000"/>
                        </a:lnSpc>
                      </a:pPr>
                      <a:r>
                        <a:rPr b="1" lang="es-GT" sz="1700" spc="-1" strike="noStrike">
                          <a:solidFill>
                            <a:schemeClr val="dk1"/>
                          </a:solidFill>
                          <a:latin typeface="Gill Sans MT"/>
                        </a:rPr>
                        <a:t>Señal</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1" lang="es-GT" sz="1700" spc="-1" strike="noStrike">
                          <a:solidFill>
                            <a:schemeClr val="dk1"/>
                          </a:solidFill>
                          <a:latin typeface="Gill Sans MT"/>
                        </a:rPr>
                        <a:t>Tipo</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1" lang="es-GT" sz="1700" spc="-1" strike="noStrike">
                          <a:solidFill>
                            <a:schemeClr val="dk1"/>
                          </a:solidFill>
                          <a:latin typeface="Gill Sans MT"/>
                        </a:rPr>
                        <a:t>Función</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clk</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Reloj para sincronizar la escritura.</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reset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Reinicia todos los registros a 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RegWrite</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Activa la escritura en un registro.</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read_reg1</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 [4:0]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Dirección del primer registro a leer.</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read_reg2</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 [4:0]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Dirección del segundo registro a leer.</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write_reg</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 [4:0]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Dirección del registro a escribir.</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write_data</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input [31:0]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Dato que se quiere escribir.</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read_data1</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output [31:0]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Valor leído desde </a:t>
                      </a:r>
                      <a:r>
                        <a:rPr b="0" lang="es-MX" sz="1700" spc="-1" strike="noStrike">
                          <a:solidFill>
                            <a:schemeClr val="dk1"/>
                          </a:solidFill>
                          <a:latin typeface="Courier New"/>
                        </a:rPr>
                        <a:t>read_reg1</a:t>
                      </a:r>
                      <a:r>
                        <a:rPr b="0" lang="es-MX" sz="1700" spc="-1" strike="noStrike">
                          <a:solidFill>
                            <a:schemeClr val="dk1"/>
                          </a:solidFill>
                          <a:latin typeface="Gill Sans MT"/>
                        </a:rPr>
                        <a: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53240">
                <a:tc>
                  <a:txBody>
                    <a:bodyPr lIns="87840" rIns="87840" tIns="43920" bIns="43920" anchor="ctr">
                      <a:noAutofit/>
                    </a:bodyPr>
                    <a:p>
                      <a:pPr algn="ctr" defTabSz="457200">
                        <a:lnSpc>
                          <a:spcPct val="100000"/>
                        </a:lnSpc>
                      </a:pPr>
                      <a:r>
                        <a:rPr b="0" lang="es-GT" sz="1700" spc="-1" strike="noStrike">
                          <a:solidFill>
                            <a:schemeClr val="dk1"/>
                          </a:solidFill>
                          <a:latin typeface="Courier New"/>
                        </a:rPr>
                        <a:t>read_data2</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GT" sz="1700" spc="-1" strike="noStrike">
                          <a:solidFill>
                            <a:schemeClr val="dk1"/>
                          </a:solidFill>
                          <a:latin typeface="Gill Sans MT"/>
                        </a:rPr>
                        <a:t>output [31:0]</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87840" rIns="87840" tIns="43920" bIns="43920" anchor="ctr">
                      <a:noAutofit/>
                    </a:bodyPr>
                    <a:p>
                      <a:pPr algn="ctr" defTabSz="457200">
                        <a:lnSpc>
                          <a:spcPct val="100000"/>
                        </a:lnSpc>
                      </a:pPr>
                      <a:r>
                        <a:rPr b="0" lang="es-MX" sz="1700" spc="-1" strike="noStrike">
                          <a:solidFill>
                            <a:schemeClr val="dk1"/>
                          </a:solidFill>
                          <a:latin typeface="Gill Sans MT"/>
                        </a:rPr>
                        <a:t>Valor leído desde </a:t>
                      </a:r>
                      <a:r>
                        <a:rPr b="0" lang="es-MX" sz="1700" spc="-1" strike="noStrike">
                          <a:solidFill>
                            <a:schemeClr val="dk1"/>
                          </a:solidFill>
                          <a:latin typeface="Courier New"/>
                        </a:rPr>
                        <a:t>read_reg2</a:t>
                      </a:r>
                      <a:r>
                        <a:rPr b="0" lang="es-MX" sz="1700" spc="-1" strike="noStrike">
                          <a:solidFill>
                            <a:schemeClr val="dk1"/>
                          </a:solidFill>
                          <a:latin typeface="Gill Sans MT"/>
                        </a:rPr>
                        <a:t>.</a:t>
                      </a:r>
                      <a:endParaRPr b="0" lang="en-US" sz="1700" spc="-1" strike="noStrike">
                        <a:solidFill>
                          <a:srgbClr val="000000"/>
                        </a:solidFill>
                        <a:latin typeface="Arial"/>
                      </a:endParaRPr>
                    </a:p>
                  </a:txBody>
                  <a:tcPr anchor="ctr" marL="87840" marR="878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pitchFamily="0" charset="1"/>
        <a:ea typeface=""/>
        <a:cs typeface=""/>
      </a:majorFont>
      <a:minorFont>
        <a:latin typeface="Gill Sans MT"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Metadata/LabelInfo.xml><?xml version="1.0" encoding="utf-8"?>
<clbl:labelList xmlns:clbl="http://schemas.microsoft.com/office/2020/mipLabelMetadata">
  <clbl:label id="{3a8d28ab-a537-4277-a9b0-f066a7aeb73f}" enabled="0" method="" siteId="{3a8d28ab-a537-4277-a9b0-f066a7aeb73f}" removed="1"/>
</clbl:labelList>
</file>

<file path=docProps/app.xml><?xml version="1.0" encoding="utf-8"?>
<Properties xmlns="http://schemas.openxmlformats.org/officeDocument/2006/extended-properties" xmlns:vt="http://schemas.openxmlformats.org/officeDocument/2006/docPropsVTypes">
  <Template>{67F75ECA-B582-49ED-A3D3-61A156C01D13}tf56390039_win32</Template>
  <TotalTime>3017</TotalTime>
  <Application>LibreOffice/24.2.7.2$Linux_X86_64 LibreOffice_project/420$Build-2</Application>
  <AppVersion>15.0000</AppVersion>
  <Words>1177</Words>
  <Paragraphs>175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2025-07-02T21:13:14Z</dcterms:created>
  <dc:creator>Letona Torres, Carlos Andres</dc:creator>
  <dc:description/>
  <dc:language>en-US</dc:language>
  <cp:lastModifiedBy/>
  <dcterms:modified xsi:type="dcterms:W3CDTF">2025-10-27T12:25:25Z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Panorámica</vt:lpwstr>
  </property>
  <property fmtid="{D5CDD505-2E9C-101B-9397-08002B2CF9AE}" pid="4" name="Slides">
    <vt:i4>16</vt:i4>
  </property>
</Properties>
</file>